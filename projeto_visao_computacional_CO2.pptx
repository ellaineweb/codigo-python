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8" r:id="rId5"/>
    <p:sldId id="269" r:id="rId6"/>
    <p:sldId id="270" r:id="rId7"/>
    <p:sldId id="271" r:id="rId8"/>
    <p:sldId id="260" r:id="rId9"/>
    <p:sldId id="272" r:id="rId10"/>
    <p:sldId id="261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D3DBFB-574D-4DE8-9A61-396C3D0A73D7}" v="28" dt="2026-01-06T21:23:43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aine Oliveira de Carvalho" userId="75b84536e2a0b3be" providerId="LiveId" clId="{A38198E1-975F-44AB-9507-AF6A8F48D78A}"/>
    <pc:docChg chg="undo custSel addSld delSld modSld modMainMaster">
      <pc:chgData name="Elaine Oliveira de Carvalho" userId="75b84536e2a0b3be" providerId="LiveId" clId="{A38198E1-975F-44AB-9507-AF6A8F48D78A}" dt="2026-01-06T21:34:23.144" v="615" actId="478"/>
      <pc:docMkLst>
        <pc:docMk/>
      </pc:docMkLst>
      <pc:sldChg chg="addSp delSp modSp mod modMedia delAnim">
        <pc:chgData name="Elaine Oliveira de Carvalho" userId="75b84536e2a0b3be" providerId="LiveId" clId="{A38198E1-975F-44AB-9507-AF6A8F48D78A}" dt="2026-01-04T14:25:37.212" v="58" actId="26606"/>
        <pc:sldMkLst>
          <pc:docMk/>
          <pc:sldMk cId="0" sldId="256"/>
        </pc:sldMkLst>
        <pc:spChg chg="mod">
          <ac:chgData name="Elaine Oliveira de Carvalho" userId="75b84536e2a0b3be" providerId="LiveId" clId="{A38198E1-975F-44AB-9507-AF6A8F48D78A}" dt="2026-01-04T14:25:37.212" v="58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Elaine Oliveira de Carvalho" userId="75b84536e2a0b3be" providerId="LiveId" clId="{A38198E1-975F-44AB-9507-AF6A8F48D78A}" dt="2026-01-04T14:25:37.203" v="57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Elaine Oliveira de Carvalho" userId="75b84536e2a0b3be" providerId="LiveId" clId="{A38198E1-975F-44AB-9507-AF6A8F48D78A}" dt="2026-01-04T14:25:37.212" v="58" actId="26606"/>
          <ac:spMkLst>
            <pc:docMk/>
            <pc:sldMk cId="0" sldId="256"/>
            <ac:spMk id="25" creationId="{577D6B2E-37A3-429E-A37C-F30ED6487282}"/>
          </ac:spMkLst>
        </pc:spChg>
        <pc:spChg chg="add">
          <ac:chgData name="Elaine Oliveira de Carvalho" userId="75b84536e2a0b3be" providerId="LiveId" clId="{A38198E1-975F-44AB-9507-AF6A8F48D78A}" dt="2026-01-04T14:25:37.212" v="58" actId="26606"/>
          <ac:spMkLst>
            <pc:docMk/>
            <pc:sldMk cId="0" sldId="256"/>
            <ac:spMk id="31" creationId="{730D8B3B-9B80-4025-B934-26DC7D7CD231}"/>
          </ac:spMkLst>
        </pc:spChg>
        <pc:spChg chg="add">
          <ac:chgData name="Elaine Oliveira de Carvalho" userId="75b84536e2a0b3be" providerId="LiveId" clId="{A38198E1-975F-44AB-9507-AF6A8F48D78A}" dt="2026-01-04T14:25:37.212" v="58" actId="26606"/>
          <ac:spMkLst>
            <pc:docMk/>
            <pc:sldMk cId="0" sldId="256"/>
            <ac:spMk id="35" creationId="{646B67A4-D328-4747-A82B-65E84FA46368}"/>
          </ac:spMkLst>
        </pc:spChg>
        <pc:spChg chg="add">
          <ac:chgData name="Elaine Oliveira de Carvalho" userId="75b84536e2a0b3be" providerId="LiveId" clId="{A38198E1-975F-44AB-9507-AF6A8F48D78A}" dt="2026-01-04T14:25:37.212" v="58" actId="26606"/>
          <ac:spMkLst>
            <pc:docMk/>
            <pc:sldMk cId="0" sldId="256"/>
            <ac:spMk id="37" creationId="{B5A1B09C-1565-46F8-B70F-621C5EB48A09}"/>
          </ac:spMkLst>
        </pc:spChg>
        <pc:spChg chg="add">
          <ac:chgData name="Elaine Oliveira de Carvalho" userId="75b84536e2a0b3be" providerId="LiveId" clId="{A38198E1-975F-44AB-9507-AF6A8F48D78A}" dt="2026-01-04T14:25:37.212" v="58" actId="26606"/>
          <ac:spMkLst>
            <pc:docMk/>
            <pc:sldMk cId="0" sldId="256"/>
            <ac:spMk id="39" creationId="{8C516CC8-80AC-446C-A56E-9F54B7210402}"/>
          </ac:spMkLst>
        </pc:spChg>
      </pc:sldChg>
      <pc:sldChg chg="addSp delSp modSp mod">
        <pc:chgData name="Elaine Oliveira de Carvalho" userId="75b84536e2a0b3be" providerId="LiveId" clId="{A38198E1-975F-44AB-9507-AF6A8F48D78A}" dt="2026-01-04T15:31:50.404" v="162" actId="478"/>
        <pc:sldMkLst>
          <pc:docMk/>
          <pc:sldMk cId="0" sldId="257"/>
        </pc:sldMkLst>
        <pc:spChg chg="mod">
          <ac:chgData name="Elaine Oliveira de Carvalho" userId="75b84536e2a0b3be" providerId="LiveId" clId="{A38198E1-975F-44AB-9507-AF6A8F48D78A}" dt="2026-01-04T14:28:11.633" v="105" actId="107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Elaine Oliveira de Carvalho" userId="75b84536e2a0b3be" providerId="LiveId" clId="{A38198E1-975F-44AB-9507-AF6A8F48D78A}" dt="2026-01-04T15:31:50.404" v="162" actId="478"/>
          <ac:spMkLst>
            <pc:docMk/>
            <pc:sldMk cId="0" sldId="257"/>
            <ac:spMk id="3" creationId="{00000000-0000-0000-0000-000000000000}"/>
          </ac:spMkLst>
        </pc:spChg>
        <pc:spChg chg="add">
          <ac:chgData name="Elaine Oliveira de Carvalho" userId="75b84536e2a0b3be" providerId="LiveId" clId="{A38198E1-975F-44AB-9507-AF6A8F48D78A}" dt="2026-01-04T14:28:00.418" v="102" actId="26606"/>
          <ac:spMkLst>
            <pc:docMk/>
            <pc:sldMk cId="0" sldId="257"/>
            <ac:spMk id="44" creationId="{1A95671B-3CC6-4792-9114-B74FAEA224E6}"/>
          </ac:spMkLst>
        </pc:spChg>
      </pc:sldChg>
      <pc:sldChg chg="addSp delSp modSp mod">
        <pc:chgData name="Elaine Oliveira de Carvalho" userId="75b84536e2a0b3be" providerId="LiveId" clId="{A38198E1-975F-44AB-9507-AF6A8F48D78A}" dt="2026-01-06T21:25:04.215" v="491" actId="20577"/>
        <pc:sldMkLst>
          <pc:docMk/>
          <pc:sldMk cId="0" sldId="259"/>
        </pc:sldMkLst>
        <pc:spChg chg="mod">
          <ac:chgData name="Elaine Oliveira de Carvalho" userId="75b84536e2a0b3be" providerId="LiveId" clId="{A38198E1-975F-44AB-9507-AF6A8F48D78A}" dt="2026-01-04T14:24:22.726" v="34" actId="26606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Elaine Oliveira de Carvalho" userId="75b84536e2a0b3be" providerId="LiveId" clId="{A38198E1-975F-44AB-9507-AF6A8F48D78A}" dt="2026-01-06T21:25:04.215" v="491" actId="20577"/>
          <ac:spMkLst>
            <pc:docMk/>
            <pc:sldMk cId="0" sldId="259"/>
            <ac:spMk id="6" creationId="{1A514E14-329C-EB3D-6CDC-92F78424AA27}"/>
          </ac:spMkLst>
        </pc:spChg>
        <pc:spChg chg="add">
          <ac:chgData name="Elaine Oliveira de Carvalho" userId="75b84536e2a0b3be" providerId="LiveId" clId="{A38198E1-975F-44AB-9507-AF6A8F48D78A}" dt="2026-01-04T14:24:22.726" v="34" actId="26606"/>
          <ac:spMkLst>
            <pc:docMk/>
            <pc:sldMk cId="0" sldId="259"/>
            <ac:spMk id="20" creationId="{1A95671B-3CC6-4792-9114-B74FAEA224E6}"/>
          </ac:spMkLst>
        </pc:spChg>
      </pc:sldChg>
      <pc:sldChg chg="addSp delSp modSp mod">
        <pc:chgData name="Elaine Oliveira de Carvalho" userId="75b84536e2a0b3be" providerId="LiveId" clId="{A38198E1-975F-44AB-9507-AF6A8F48D78A}" dt="2026-01-04T14:21:27.092" v="17" actId="123"/>
        <pc:sldMkLst>
          <pc:docMk/>
          <pc:sldMk cId="0" sldId="260"/>
        </pc:sldMkLst>
        <pc:spChg chg="mod">
          <ac:chgData name="Elaine Oliveira de Carvalho" userId="75b84536e2a0b3be" providerId="LiveId" clId="{A38198E1-975F-44AB-9507-AF6A8F48D78A}" dt="2026-01-04T14:21:11.393" v="15" actId="26606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Elaine Oliveira de Carvalho" userId="75b84536e2a0b3be" providerId="LiveId" clId="{A38198E1-975F-44AB-9507-AF6A8F48D78A}" dt="2026-01-04T14:21:27.092" v="17" actId="123"/>
          <ac:spMkLst>
            <pc:docMk/>
            <pc:sldMk cId="0" sldId="260"/>
            <ac:spMk id="3" creationId="{00000000-0000-0000-0000-000000000000}"/>
          </ac:spMkLst>
        </pc:spChg>
        <pc:spChg chg="add">
          <ac:chgData name="Elaine Oliveira de Carvalho" userId="75b84536e2a0b3be" providerId="LiveId" clId="{A38198E1-975F-44AB-9507-AF6A8F48D78A}" dt="2026-01-04T14:21:11.393" v="15" actId="26606"/>
          <ac:spMkLst>
            <pc:docMk/>
            <pc:sldMk cId="0" sldId="260"/>
            <ac:spMk id="47" creationId="{1A95671B-3CC6-4792-9114-B74FAEA224E6}"/>
          </ac:spMkLst>
        </pc:spChg>
        <pc:picChg chg="add mod ord">
          <ac:chgData name="Elaine Oliveira de Carvalho" userId="75b84536e2a0b3be" providerId="LiveId" clId="{A38198E1-975F-44AB-9507-AF6A8F48D78A}" dt="2026-01-04T14:21:11.393" v="15" actId="26606"/>
          <ac:picMkLst>
            <pc:docMk/>
            <pc:sldMk cId="0" sldId="260"/>
            <ac:picMk id="6" creationId="{2AFA7AD8-78E2-264A-659C-8CC586301442}"/>
          </ac:picMkLst>
        </pc:picChg>
      </pc:sldChg>
      <pc:sldChg chg="addSp delSp modSp mod">
        <pc:chgData name="Elaine Oliveira de Carvalho" userId="75b84536e2a0b3be" providerId="LiveId" clId="{A38198E1-975F-44AB-9507-AF6A8F48D78A}" dt="2026-01-04T14:35:18.473" v="120"/>
        <pc:sldMkLst>
          <pc:docMk/>
          <pc:sldMk cId="0" sldId="261"/>
        </pc:sldMkLst>
        <pc:spChg chg="add mod">
          <ac:chgData name="Elaine Oliveira de Carvalho" userId="75b84536e2a0b3be" providerId="LiveId" clId="{A38198E1-975F-44AB-9507-AF6A8F48D78A}" dt="2026-01-04T14:35:18.473" v="120"/>
          <ac:spMkLst>
            <pc:docMk/>
            <pc:sldMk cId="0" sldId="261"/>
            <ac:spMk id="6" creationId="{CEAEB1B4-66C3-FABB-5680-39C4949AAD14}"/>
          </ac:spMkLst>
        </pc:spChg>
      </pc:sldChg>
      <pc:sldChg chg="modSp">
        <pc:chgData name="Elaine Oliveira de Carvalho" userId="75b84536e2a0b3be" providerId="LiveId" clId="{A38198E1-975F-44AB-9507-AF6A8F48D78A}" dt="2026-01-04T14:20:45.244" v="11"/>
        <pc:sldMkLst>
          <pc:docMk/>
          <pc:sldMk cId="0" sldId="264"/>
        </pc:sldMkLst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k cId="0" sldId="264"/>
            <ac:spMk id="9" creationId="{BACC6370-2D7E-4714-9D71-7542949D7D5D}"/>
          </ac:spMkLst>
        </pc:spChg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k cId="0" sldId="264"/>
            <ac:spMk id="11" creationId="{F68B3F68-107C-434F-AA38-110D5EA91B85}"/>
          </ac:spMkLst>
        </pc:spChg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k cId="0" sldId="264"/>
            <ac:spMk id="13" creationId="{AAD0DBB9-1A4B-4391-81D4-CB19F9AB918A}"/>
          </ac:spMkLst>
        </pc:spChg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k cId="0" sldId="264"/>
            <ac:spMk id="15" creationId="{063BBA22-50EA-4C4D-BE05-F1CE4E63AA56}"/>
          </ac:spMkLst>
        </pc:spChg>
        <pc:graphicFrameChg chg="mod">
          <ac:chgData name="Elaine Oliveira de Carvalho" userId="75b84536e2a0b3be" providerId="LiveId" clId="{A38198E1-975F-44AB-9507-AF6A8F48D78A}" dt="2026-01-04T14:20:45.244" v="11"/>
          <ac:graphicFrameMkLst>
            <pc:docMk/>
            <pc:sldMk cId="0" sldId="264"/>
            <ac:graphicFrameMk id="5" creationId="{A7BE74F0-6FF2-BAE2-C196-2972F8BD51C8}"/>
          </ac:graphicFrameMkLst>
        </pc:graphicFrameChg>
      </pc:sldChg>
      <pc:sldChg chg="addSp delSp modSp mod">
        <pc:chgData name="Elaine Oliveira de Carvalho" userId="75b84536e2a0b3be" providerId="LiveId" clId="{A38198E1-975F-44AB-9507-AF6A8F48D78A}" dt="2026-01-06T21:34:23.144" v="615" actId="478"/>
        <pc:sldMkLst>
          <pc:docMk/>
          <pc:sldMk cId="0" sldId="265"/>
        </pc:sldMkLst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Elaine Oliveira de Carvalho" userId="75b84536e2a0b3be" providerId="LiveId" clId="{A38198E1-975F-44AB-9507-AF6A8F48D78A}" dt="2026-01-06T21:33:31.819" v="608" actId="478"/>
          <ac:spMkLst>
            <pc:docMk/>
            <pc:sldMk cId="0" sldId="265"/>
            <ac:spMk id="4" creationId="{9E3AC4CD-5071-2063-8353-0646C3E572FF}"/>
          </ac:spMkLst>
        </pc:spChg>
        <pc:spChg chg="add del mod">
          <ac:chgData name="Elaine Oliveira de Carvalho" userId="75b84536e2a0b3be" providerId="LiveId" clId="{A38198E1-975F-44AB-9507-AF6A8F48D78A}" dt="2026-01-06T21:34:23.144" v="615" actId="478"/>
          <ac:spMkLst>
            <pc:docMk/>
            <pc:sldMk cId="0" sldId="265"/>
            <ac:spMk id="9" creationId="{1B828E96-897C-B246-B65C-25960BC54A3B}"/>
          </ac:spMkLst>
        </pc:spChg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k cId="0" sldId="265"/>
            <ac:spMk id="14" creationId="{D12DDE76-C203-4047-9998-63900085B5E8}"/>
          </ac:spMkLst>
        </pc:spChg>
        <pc:picChg chg="add mod">
          <ac:chgData name="Elaine Oliveira de Carvalho" userId="75b84536e2a0b3be" providerId="LiveId" clId="{A38198E1-975F-44AB-9507-AF6A8F48D78A}" dt="2026-01-06T21:34:14.875" v="613" actId="1076"/>
          <ac:picMkLst>
            <pc:docMk/>
            <pc:sldMk cId="0" sldId="265"/>
            <ac:picMk id="6" creationId="{D536FC23-C067-776B-5262-868CA20991C1}"/>
          </ac:picMkLst>
        </pc:picChg>
        <pc:picChg chg="add del mod">
          <ac:chgData name="Elaine Oliveira de Carvalho" userId="75b84536e2a0b3be" providerId="LiveId" clId="{A38198E1-975F-44AB-9507-AF6A8F48D78A}" dt="2026-01-06T21:34:12.778" v="612" actId="478"/>
          <ac:picMkLst>
            <pc:docMk/>
            <pc:sldMk cId="0" sldId="265"/>
            <ac:picMk id="7" creationId="{3EDB6AA9-796A-A682-6110-1BCDBACF658B}"/>
          </ac:picMkLst>
        </pc:picChg>
      </pc:sldChg>
      <pc:sldChg chg="modSp mod">
        <pc:chgData name="Elaine Oliveira de Carvalho" userId="75b84536e2a0b3be" providerId="LiveId" clId="{A38198E1-975F-44AB-9507-AF6A8F48D78A}" dt="2026-01-04T14:20:45.353" v="12" actId="27636"/>
        <pc:sldMkLst>
          <pc:docMk/>
          <pc:sldMk cId="2494257053" sldId="267"/>
        </pc:sldMkLst>
        <pc:spChg chg="mod">
          <ac:chgData name="Elaine Oliveira de Carvalho" userId="75b84536e2a0b3be" providerId="LiveId" clId="{A38198E1-975F-44AB-9507-AF6A8F48D78A}" dt="2026-01-04T14:20:45.353" v="12" actId="27636"/>
          <ac:spMkLst>
            <pc:docMk/>
            <pc:sldMk cId="2494257053" sldId="267"/>
            <ac:spMk id="3" creationId="{1A65637F-F31E-C605-F762-BA30B6AF0C60}"/>
          </ac:spMkLst>
        </pc:spChg>
      </pc:sldChg>
      <pc:sldChg chg="modSp new mod">
        <pc:chgData name="Elaine Oliveira de Carvalho" userId="75b84536e2a0b3be" providerId="LiveId" clId="{A38198E1-975F-44AB-9507-AF6A8F48D78A}" dt="2026-01-06T21:19:08.393" v="398" actId="12"/>
        <pc:sldMkLst>
          <pc:docMk/>
          <pc:sldMk cId="256267090" sldId="268"/>
        </pc:sldMkLst>
        <pc:spChg chg="mod">
          <ac:chgData name="Elaine Oliveira de Carvalho" userId="75b84536e2a0b3be" providerId="LiveId" clId="{A38198E1-975F-44AB-9507-AF6A8F48D78A}" dt="2026-01-04T15:30:36.414" v="150"/>
          <ac:spMkLst>
            <pc:docMk/>
            <pc:sldMk cId="256267090" sldId="268"/>
            <ac:spMk id="2" creationId="{BB237236-21BD-3CE4-30AD-346BCA4A4D87}"/>
          </ac:spMkLst>
        </pc:spChg>
        <pc:spChg chg="mod">
          <ac:chgData name="Elaine Oliveira de Carvalho" userId="75b84536e2a0b3be" providerId="LiveId" clId="{A38198E1-975F-44AB-9507-AF6A8F48D78A}" dt="2026-01-06T21:19:08.393" v="398" actId="12"/>
          <ac:spMkLst>
            <pc:docMk/>
            <pc:sldMk cId="256267090" sldId="268"/>
            <ac:spMk id="3" creationId="{67E30679-9459-2E0D-DAEF-91F15DE268AF}"/>
          </ac:spMkLst>
        </pc:spChg>
      </pc:sldChg>
      <pc:sldChg chg="modSp add mod">
        <pc:chgData name="Elaine Oliveira de Carvalho" userId="75b84536e2a0b3be" providerId="LiveId" clId="{A38198E1-975F-44AB-9507-AF6A8F48D78A}" dt="2026-01-06T21:17:36.020" v="360" actId="12"/>
        <pc:sldMkLst>
          <pc:docMk/>
          <pc:sldMk cId="727355916" sldId="269"/>
        </pc:sldMkLst>
        <pc:spChg chg="mod">
          <ac:chgData name="Elaine Oliveira de Carvalho" userId="75b84536e2a0b3be" providerId="LiveId" clId="{A38198E1-975F-44AB-9507-AF6A8F48D78A}" dt="2026-01-06T21:17:36.020" v="360" actId="12"/>
          <ac:spMkLst>
            <pc:docMk/>
            <pc:sldMk cId="727355916" sldId="269"/>
            <ac:spMk id="3" creationId="{5FE02B38-E1C1-2582-078A-CD035720E12B}"/>
          </ac:spMkLst>
        </pc:spChg>
      </pc:sldChg>
      <pc:sldChg chg="modSp add mod">
        <pc:chgData name="Elaine Oliveira de Carvalho" userId="75b84536e2a0b3be" providerId="LiveId" clId="{A38198E1-975F-44AB-9507-AF6A8F48D78A}" dt="2026-01-06T21:22:57.787" v="444" actId="20577"/>
        <pc:sldMkLst>
          <pc:docMk/>
          <pc:sldMk cId="4281590085" sldId="270"/>
        </pc:sldMkLst>
        <pc:spChg chg="mod">
          <ac:chgData name="Elaine Oliveira de Carvalho" userId="75b84536e2a0b3be" providerId="LiveId" clId="{A38198E1-975F-44AB-9507-AF6A8F48D78A}" dt="2026-01-06T21:22:57.787" v="444" actId="20577"/>
          <ac:spMkLst>
            <pc:docMk/>
            <pc:sldMk cId="4281590085" sldId="270"/>
            <ac:spMk id="3" creationId="{67693072-A39F-C80B-4509-1D0B8513250A}"/>
          </ac:spMkLst>
        </pc:spChg>
      </pc:sldChg>
      <pc:sldChg chg="modSp add mod">
        <pc:chgData name="Elaine Oliveira de Carvalho" userId="75b84536e2a0b3be" providerId="LiveId" clId="{A38198E1-975F-44AB-9507-AF6A8F48D78A}" dt="2026-01-06T21:24:24.425" v="472" actId="113"/>
        <pc:sldMkLst>
          <pc:docMk/>
          <pc:sldMk cId="1904318674" sldId="271"/>
        </pc:sldMkLst>
        <pc:spChg chg="mod">
          <ac:chgData name="Elaine Oliveira de Carvalho" userId="75b84536e2a0b3be" providerId="LiveId" clId="{A38198E1-975F-44AB-9507-AF6A8F48D78A}" dt="2026-01-06T21:24:24.425" v="472" actId="113"/>
          <ac:spMkLst>
            <pc:docMk/>
            <pc:sldMk cId="1904318674" sldId="271"/>
            <ac:spMk id="3" creationId="{F9078B9C-A87E-AEBB-272F-B8E21C6C1C4A}"/>
          </ac:spMkLst>
        </pc:spChg>
      </pc:sldChg>
      <pc:sldChg chg="addSp delSp modSp add mod">
        <pc:chgData name="Elaine Oliveira de Carvalho" userId="75b84536e2a0b3be" providerId="LiveId" clId="{A38198E1-975F-44AB-9507-AF6A8F48D78A}" dt="2026-01-06T21:28:41.122" v="606" actId="26606"/>
        <pc:sldMkLst>
          <pc:docMk/>
          <pc:sldMk cId="2700020467" sldId="272"/>
        </pc:sldMkLst>
        <pc:spChg chg="mod">
          <ac:chgData name="Elaine Oliveira de Carvalho" userId="75b84536e2a0b3be" providerId="LiveId" clId="{A38198E1-975F-44AB-9507-AF6A8F48D78A}" dt="2026-01-06T21:28:41.122" v="606" actId="26606"/>
          <ac:spMkLst>
            <pc:docMk/>
            <pc:sldMk cId="2700020467" sldId="272"/>
            <ac:spMk id="2" creationId="{7FE595F1-1E15-99C0-7AD4-0831EC0B2C16}"/>
          </ac:spMkLst>
        </pc:spChg>
        <pc:spChg chg="mod ord">
          <ac:chgData name="Elaine Oliveira de Carvalho" userId="75b84536e2a0b3be" providerId="LiveId" clId="{A38198E1-975F-44AB-9507-AF6A8F48D78A}" dt="2026-01-06T21:28:41.122" v="606" actId="26606"/>
          <ac:spMkLst>
            <pc:docMk/>
            <pc:sldMk cId="2700020467" sldId="272"/>
            <ac:spMk id="3" creationId="{5B99551A-1BDA-35DB-D0DA-CFAE1675C427}"/>
          </ac:spMkLst>
        </pc:spChg>
        <pc:spChg chg="add del">
          <ac:chgData name="Elaine Oliveira de Carvalho" userId="75b84536e2a0b3be" providerId="LiveId" clId="{A38198E1-975F-44AB-9507-AF6A8F48D78A}" dt="2026-01-06T21:28:41.122" v="606" actId="26606"/>
          <ac:spMkLst>
            <pc:docMk/>
            <pc:sldMk cId="2700020467" sldId="272"/>
            <ac:spMk id="47" creationId="{F994ACA9-E5B6-3236-CA44-C90B6E050335}"/>
          </ac:spMkLst>
        </pc:spChg>
        <pc:spChg chg="add del">
          <ac:chgData name="Elaine Oliveira de Carvalho" userId="75b84536e2a0b3be" providerId="LiveId" clId="{A38198E1-975F-44AB-9507-AF6A8F48D78A}" dt="2026-01-06T21:28:41.122" v="606" actId="26606"/>
          <ac:spMkLst>
            <pc:docMk/>
            <pc:sldMk cId="2700020467" sldId="272"/>
            <ac:spMk id="52" creationId="{2ABE1108-6423-4E53-85A1-817683043C77}"/>
          </ac:spMkLst>
        </pc:spChg>
        <pc:picChg chg="add mod ord">
          <ac:chgData name="Elaine Oliveira de Carvalho" userId="75b84536e2a0b3be" providerId="LiveId" clId="{A38198E1-975F-44AB-9507-AF6A8F48D78A}" dt="2026-01-06T21:28:41.122" v="606" actId="26606"/>
          <ac:picMkLst>
            <pc:docMk/>
            <pc:sldMk cId="2700020467" sldId="272"/>
            <ac:picMk id="5" creationId="{EAE11046-5DFF-6EA5-2461-B26336AC6767}"/>
          </ac:picMkLst>
        </pc:picChg>
        <pc:picChg chg="del mod">
          <ac:chgData name="Elaine Oliveira de Carvalho" userId="75b84536e2a0b3be" providerId="LiveId" clId="{A38198E1-975F-44AB-9507-AF6A8F48D78A}" dt="2026-01-06T21:25:49.828" v="494" actId="478"/>
          <ac:picMkLst>
            <pc:docMk/>
            <pc:sldMk cId="2700020467" sldId="272"/>
            <ac:picMk id="6" creationId="{A9D2C565-F069-A749-A5F6-D3453E6C7C05}"/>
          </ac:picMkLst>
        </pc:picChg>
        <pc:picChg chg="add mod">
          <ac:chgData name="Elaine Oliveira de Carvalho" userId="75b84536e2a0b3be" providerId="LiveId" clId="{A38198E1-975F-44AB-9507-AF6A8F48D78A}" dt="2026-01-06T21:28:41.122" v="606" actId="26606"/>
          <ac:picMkLst>
            <pc:docMk/>
            <pc:sldMk cId="2700020467" sldId="272"/>
            <ac:picMk id="8" creationId="{B893CC36-BB60-B76C-5950-337379163380}"/>
          </ac:picMkLst>
        </pc:picChg>
        <pc:picChg chg="add mod">
          <ac:chgData name="Elaine Oliveira de Carvalho" userId="75b84536e2a0b3be" providerId="LiveId" clId="{A38198E1-975F-44AB-9507-AF6A8F48D78A}" dt="2026-01-06T21:28:41.122" v="606" actId="26606"/>
          <ac:picMkLst>
            <pc:docMk/>
            <pc:sldMk cId="2700020467" sldId="272"/>
            <ac:picMk id="10" creationId="{EAE378A2-989E-81F5-B0AA-83FEA0718AE8}"/>
          </ac:picMkLst>
        </pc:picChg>
      </pc:sldChg>
      <pc:sldMasterChg chg="modSp modSldLayout">
        <pc:chgData name="Elaine Oliveira de Carvalho" userId="75b84536e2a0b3be" providerId="LiveId" clId="{A38198E1-975F-44AB-9507-AF6A8F48D78A}" dt="2026-01-04T14:20:45.244" v="11"/>
        <pc:sldMasterMkLst>
          <pc:docMk/>
          <pc:sldMasterMk cId="2209977519" sldId="2147483648"/>
        </pc:sldMasterMkLst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Elaine Oliveira de Carvalho" userId="75b84536e2a0b3be" providerId="LiveId" clId="{A38198E1-975F-44AB-9507-AF6A8F48D78A}" dt="2026-01-04T14:20:45.244" v="11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Elaine Oliveira de Carvalho" userId="75b84536e2a0b3be" providerId="LiveId" clId="{A38198E1-975F-44AB-9507-AF6A8F48D78A}" dt="2026-01-04T14:20:45.244" v="11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Elaine Oliveira de Carvalho" userId="75b84536e2a0b3be" providerId="LiveId" clId="{A38198E1-975F-44AB-9507-AF6A8F48D78A}" dt="2026-01-04T14:20:45.244" v="11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Elaine Oliveira de Carvalho" userId="75b84536e2a0b3be" providerId="LiveId" clId="{A38198E1-975F-44AB-9507-AF6A8F48D78A}" dt="2026-01-04T14:20:45.244" v="11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Elaine Oliveira de Carvalho" userId="75b84536e2a0b3be" providerId="LiveId" clId="{A38198E1-975F-44AB-9507-AF6A8F48D78A}" dt="2026-01-04T14:20:45.244" v="11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Elaine Oliveira de Carvalho" userId="75b84536e2a0b3be" providerId="LiveId" clId="{A38198E1-975F-44AB-9507-AF6A8F48D78A}" dt="2026-01-04T14:20:45.244" v="11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Elaine Oliveira de Carvalho" userId="75b84536e2a0b3be" providerId="LiveId" clId="{A38198E1-975F-44AB-9507-AF6A8F48D78A}" dt="2026-01-04T14:20:45.244" v="11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Elaine Oliveira de Carvalho" userId="75b84536e2a0b3be" providerId="LiveId" clId="{A38198E1-975F-44AB-9507-AF6A8F48D78A}" dt="2026-01-04T14:20:45.244" v="11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Elaine Oliveira de Carvalho" userId="75b84536e2a0b3be" providerId="LiveId" clId="{A38198E1-975F-44AB-9507-AF6A8F48D78A}" dt="2026-01-04T14:20:45.244" v="11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2A4577-8AF6-4369-A63B-DA8C725B163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66A9F97-9795-465D-959B-5BD0F3AFF158}">
      <dgm:prSet/>
      <dgm:spPr/>
      <dgm:t>
        <a:bodyPr/>
        <a:lstStyle/>
        <a:p>
          <a:pPr>
            <a:defRPr cap="all"/>
          </a:pPr>
          <a:r>
            <a:rPr lang="en-US" dirty="0"/>
            <a:t>1. </a:t>
          </a:r>
          <a:r>
            <a:rPr lang="en-US" dirty="0" err="1"/>
            <a:t>Avaliação</a:t>
          </a:r>
          <a:r>
            <a:rPr lang="en-US" dirty="0"/>
            <a:t> do </a:t>
          </a:r>
          <a:r>
            <a:rPr lang="en-US" dirty="0" err="1"/>
            <a:t>modelo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conjunto de teste</a:t>
          </a:r>
        </a:p>
      </dgm:t>
    </dgm:pt>
    <dgm:pt modelId="{BD2A60B0-19E9-4DBC-83C7-BC895399D6BA}" type="parTrans" cxnId="{B9DBF548-3E58-401B-9271-F58C0621CDD8}">
      <dgm:prSet/>
      <dgm:spPr/>
      <dgm:t>
        <a:bodyPr/>
        <a:lstStyle/>
        <a:p>
          <a:endParaRPr lang="en-US"/>
        </a:p>
      </dgm:t>
    </dgm:pt>
    <dgm:pt modelId="{61676022-0B23-425C-AFCF-981105546582}" type="sibTrans" cxnId="{B9DBF548-3E58-401B-9271-F58C0621CDD8}">
      <dgm:prSet/>
      <dgm:spPr/>
      <dgm:t>
        <a:bodyPr/>
        <a:lstStyle/>
        <a:p>
          <a:endParaRPr lang="en-US"/>
        </a:p>
      </dgm:t>
    </dgm:pt>
    <dgm:pt modelId="{D6E94C4E-1EAE-4CE8-BFA7-477206B8F46E}">
      <dgm:prSet/>
      <dgm:spPr/>
      <dgm:t>
        <a:bodyPr/>
        <a:lstStyle/>
        <a:p>
          <a:pPr>
            <a:defRPr cap="all"/>
          </a:pPr>
          <a:r>
            <a:rPr lang="en-US" dirty="0"/>
            <a:t>2. </a:t>
          </a:r>
          <a:r>
            <a:rPr lang="en-US" dirty="0" err="1"/>
            <a:t>Geração</a:t>
          </a:r>
          <a:r>
            <a:rPr lang="en-US" dirty="0"/>
            <a:t> de </a:t>
          </a:r>
          <a:r>
            <a:rPr lang="en-US" dirty="0" err="1"/>
            <a:t>métricas</a:t>
          </a:r>
          <a:r>
            <a:rPr lang="en-US" dirty="0"/>
            <a:t> de </a:t>
          </a:r>
          <a:r>
            <a:rPr lang="en-US" dirty="0" err="1"/>
            <a:t>desempenho</a:t>
          </a:r>
          <a:endParaRPr lang="en-US" dirty="0"/>
        </a:p>
      </dgm:t>
    </dgm:pt>
    <dgm:pt modelId="{8B92FDF6-B7CE-4235-B38A-202B151D97E3}" type="parTrans" cxnId="{95E65102-EDED-4540-B66D-8E9E2BF877F9}">
      <dgm:prSet/>
      <dgm:spPr/>
      <dgm:t>
        <a:bodyPr/>
        <a:lstStyle/>
        <a:p>
          <a:endParaRPr lang="en-US"/>
        </a:p>
      </dgm:t>
    </dgm:pt>
    <dgm:pt modelId="{5AE74DAD-9388-4626-A6CA-679B5C5E0546}" type="sibTrans" cxnId="{95E65102-EDED-4540-B66D-8E9E2BF877F9}">
      <dgm:prSet/>
      <dgm:spPr/>
      <dgm:t>
        <a:bodyPr/>
        <a:lstStyle/>
        <a:p>
          <a:endParaRPr lang="en-US"/>
        </a:p>
      </dgm:t>
    </dgm:pt>
    <dgm:pt modelId="{E4D06D1F-AA05-47F3-A197-0D60284911CD}">
      <dgm:prSet/>
      <dgm:spPr/>
      <dgm:t>
        <a:bodyPr/>
        <a:lstStyle/>
        <a:p>
          <a:pPr>
            <a:defRPr cap="all"/>
          </a:pPr>
          <a:r>
            <a:rPr lang="en-US"/>
            <a:t>3. Refinamento da arquitetura se necessário</a:t>
          </a:r>
        </a:p>
      </dgm:t>
    </dgm:pt>
    <dgm:pt modelId="{FEBB1D99-D576-4CE2-9135-FCC4A2A41D53}" type="parTrans" cxnId="{4FFE363C-471E-4FEC-B73C-AADADF1407A4}">
      <dgm:prSet/>
      <dgm:spPr/>
      <dgm:t>
        <a:bodyPr/>
        <a:lstStyle/>
        <a:p>
          <a:endParaRPr lang="en-US"/>
        </a:p>
      </dgm:t>
    </dgm:pt>
    <dgm:pt modelId="{396A8925-729F-48C7-9819-AEBD6074D1F5}" type="sibTrans" cxnId="{4FFE363C-471E-4FEC-B73C-AADADF1407A4}">
      <dgm:prSet/>
      <dgm:spPr/>
      <dgm:t>
        <a:bodyPr/>
        <a:lstStyle/>
        <a:p>
          <a:endParaRPr lang="en-US"/>
        </a:p>
      </dgm:t>
    </dgm:pt>
    <dgm:pt modelId="{0ADBFEF3-8CDF-4EB0-B51D-433431612AD9}">
      <dgm:prSet/>
      <dgm:spPr/>
      <dgm:t>
        <a:bodyPr/>
        <a:lstStyle/>
        <a:p>
          <a:pPr>
            <a:defRPr cap="all"/>
          </a:pPr>
          <a:r>
            <a:rPr lang="en-US"/>
            <a:t>4. Elaboração do artigo e apresentação final</a:t>
          </a:r>
        </a:p>
      </dgm:t>
    </dgm:pt>
    <dgm:pt modelId="{0E1E84ED-5EBE-4E66-BD76-8A01409F0BA1}" type="parTrans" cxnId="{A445CF5D-332B-4BF5-933E-6110278F0F1C}">
      <dgm:prSet/>
      <dgm:spPr/>
      <dgm:t>
        <a:bodyPr/>
        <a:lstStyle/>
        <a:p>
          <a:endParaRPr lang="en-US"/>
        </a:p>
      </dgm:t>
    </dgm:pt>
    <dgm:pt modelId="{A09C546F-4247-46FC-9A63-0EA04CB66832}" type="sibTrans" cxnId="{A445CF5D-332B-4BF5-933E-6110278F0F1C}">
      <dgm:prSet/>
      <dgm:spPr/>
      <dgm:t>
        <a:bodyPr/>
        <a:lstStyle/>
        <a:p>
          <a:endParaRPr lang="en-US"/>
        </a:p>
      </dgm:t>
    </dgm:pt>
    <dgm:pt modelId="{76FF6880-5711-49F3-9470-C958BF2393E2}" type="pres">
      <dgm:prSet presAssocID="{F82A4577-8AF6-4369-A63B-DA8C725B163E}" presName="root" presStyleCnt="0">
        <dgm:presLayoutVars>
          <dgm:dir/>
          <dgm:resizeHandles val="exact"/>
        </dgm:presLayoutVars>
      </dgm:prSet>
      <dgm:spPr/>
    </dgm:pt>
    <dgm:pt modelId="{5F7C69BE-B927-44D9-8F0F-57BC5E3532B7}" type="pres">
      <dgm:prSet presAssocID="{E66A9F97-9795-465D-959B-5BD0F3AFF158}" presName="compNode" presStyleCnt="0"/>
      <dgm:spPr/>
    </dgm:pt>
    <dgm:pt modelId="{57ABE348-C702-4FB7-BE76-2DFF3316128E}" type="pres">
      <dgm:prSet presAssocID="{E66A9F97-9795-465D-959B-5BD0F3AFF158}" presName="iconBgRect" presStyleLbl="bgShp" presStyleIdx="0" presStyleCnt="4"/>
      <dgm:spPr/>
    </dgm:pt>
    <dgm:pt modelId="{B65E0A19-9F44-4644-A8C4-1E6EEA275371}" type="pres">
      <dgm:prSet presAssocID="{E66A9F97-9795-465D-959B-5BD0F3AFF15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4BC5C564-431B-4290-97A1-E4375A66C86D}" type="pres">
      <dgm:prSet presAssocID="{E66A9F97-9795-465D-959B-5BD0F3AFF158}" presName="spaceRect" presStyleCnt="0"/>
      <dgm:spPr/>
    </dgm:pt>
    <dgm:pt modelId="{E3A86B11-8F50-4ECA-A43D-D33449F82A4E}" type="pres">
      <dgm:prSet presAssocID="{E66A9F97-9795-465D-959B-5BD0F3AFF158}" presName="textRect" presStyleLbl="revTx" presStyleIdx="0" presStyleCnt="4">
        <dgm:presLayoutVars>
          <dgm:chMax val="1"/>
          <dgm:chPref val="1"/>
        </dgm:presLayoutVars>
      </dgm:prSet>
      <dgm:spPr/>
    </dgm:pt>
    <dgm:pt modelId="{47254507-3059-4A14-BB56-E19E230FD439}" type="pres">
      <dgm:prSet presAssocID="{61676022-0B23-425C-AFCF-981105546582}" presName="sibTrans" presStyleCnt="0"/>
      <dgm:spPr/>
    </dgm:pt>
    <dgm:pt modelId="{9A60D40E-2ADD-47D2-92BC-C178B1ED0F7E}" type="pres">
      <dgm:prSet presAssocID="{D6E94C4E-1EAE-4CE8-BFA7-477206B8F46E}" presName="compNode" presStyleCnt="0"/>
      <dgm:spPr/>
    </dgm:pt>
    <dgm:pt modelId="{3B9D17CF-9740-4FA4-8951-4B2911B767FF}" type="pres">
      <dgm:prSet presAssocID="{D6E94C4E-1EAE-4CE8-BFA7-477206B8F46E}" presName="iconBgRect" presStyleLbl="bgShp" presStyleIdx="1" presStyleCnt="4"/>
      <dgm:spPr/>
    </dgm:pt>
    <dgm:pt modelId="{51D4D554-FF50-49EE-BB52-8B42958CA866}" type="pres">
      <dgm:prSet presAssocID="{D6E94C4E-1EAE-4CE8-BFA7-477206B8F46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998C1C05-3926-4321-9266-86CFE1751812}" type="pres">
      <dgm:prSet presAssocID="{D6E94C4E-1EAE-4CE8-BFA7-477206B8F46E}" presName="spaceRect" presStyleCnt="0"/>
      <dgm:spPr/>
    </dgm:pt>
    <dgm:pt modelId="{A4D38434-D85D-4AC9-8031-9FCBE1251849}" type="pres">
      <dgm:prSet presAssocID="{D6E94C4E-1EAE-4CE8-BFA7-477206B8F46E}" presName="textRect" presStyleLbl="revTx" presStyleIdx="1" presStyleCnt="4">
        <dgm:presLayoutVars>
          <dgm:chMax val="1"/>
          <dgm:chPref val="1"/>
        </dgm:presLayoutVars>
      </dgm:prSet>
      <dgm:spPr/>
    </dgm:pt>
    <dgm:pt modelId="{20604FE9-635A-47AA-BB2B-E406473A4A33}" type="pres">
      <dgm:prSet presAssocID="{5AE74DAD-9388-4626-A6CA-679B5C5E0546}" presName="sibTrans" presStyleCnt="0"/>
      <dgm:spPr/>
    </dgm:pt>
    <dgm:pt modelId="{DAF4588D-7B4A-4EF1-847A-33FBCDAF4B0F}" type="pres">
      <dgm:prSet presAssocID="{E4D06D1F-AA05-47F3-A197-0D60284911CD}" presName="compNode" presStyleCnt="0"/>
      <dgm:spPr/>
    </dgm:pt>
    <dgm:pt modelId="{42781677-058F-4F36-B3BB-EAC8E48F58F7}" type="pres">
      <dgm:prSet presAssocID="{E4D06D1F-AA05-47F3-A197-0D60284911CD}" presName="iconBgRect" presStyleLbl="bgShp" presStyleIdx="2" presStyleCnt="4"/>
      <dgm:spPr/>
    </dgm:pt>
    <dgm:pt modelId="{55CA08CC-E0C1-44E6-A9E6-AA6581F9CD67}" type="pres">
      <dgm:prSet presAssocID="{E4D06D1F-AA05-47F3-A197-0D60284911C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ABE16B0B-46AB-45D0-A195-86C0476D7D6E}" type="pres">
      <dgm:prSet presAssocID="{E4D06D1F-AA05-47F3-A197-0D60284911CD}" presName="spaceRect" presStyleCnt="0"/>
      <dgm:spPr/>
    </dgm:pt>
    <dgm:pt modelId="{8CC2D016-17A1-485B-B15C-21C8C942F38C}" type="pres">
      <dgm:prSet presAssocID="{E4D06D1F-AA05-47F3-A197-0D60284911CD}" presName="textRect" presStyleLbl="revTx" presStyleIdx="2" presStyleCnt="4">
        <dgm:presLayoutVars>
          <dgm:chMax val="1"/>
          <dgm:chPref val="1"/>
        </dgm:presLayoutVars>
      </dgm:prSet>
      <dgm:spPr/>
    </dgm:pt>
    <dgm:pt modelId="{0EEF9A79-6376-43FC-A855-21D2C954A093}" type="pres">
      <dgm:prSet presAssocID="{396A8925-729F-48C7-9819-AEBD6074D1F5}" presName="sibTrans" presStyleCnt="0"/>
      <dgm:spPr/>
    </dgm:pt>
    <dgm:pt modelId="{A8A01BBC-4B07-48CD-A793-0FEB4F7B9D30}" type="pres">
      <dgm:prSet presAssocID="{0ADBFEF3-8CDF-4EB0-B51D-433431612AD9}" presName="compNode" presStyleCnt="0"/>
      <dgm:spPr/>
    </dgm:pt>
    <dgm:pt modelId="{C80795ED-6818-4BD0-BE2D-415ED11128E2}" type="pres">
      <dgm:prSet presAssocID="{0ADBFEF3-8CDF-4EB0-B51D-433431612AD9}" presName="iconBgRect" presStyleLbl="bgShp" presStyleIdx="3" presStyleCnt="4"/>
      <dgm:spPr/>
    </dgm:pt>
    <dgm:pt modelId="{77685BBF-3AE8-444F-8713-63AB2B1FEC11}" type="pres">
      <dgm:prSet presAssocID="{0ADBFEF3-8CDF-4EB0-B51D-433431612AD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strante"/>
        </a:ext>
      </dgm:extLst>
    </dgm:pt>
    <dgm:pt modelId="{00D9E9A0-29AC-48EC-8E63-105DEC000617}" type="pres">
      <dgm:prSet presAssocID="{0ADBFEF3-8CDF-4EB0-B51D-433431612AD9}" presName="spaceRect" presStyleCnt="0"/>
      <dgm:spPr/>
    </dgm:pt>
    <dgm:pt modelId="{B0539549-22BC-418D-8C76-7E1C5B5EA801}" type="pres">
      <dgm:prSet presAssocID="{0ADBFEF3-8CDF-4EB0-B51D-433431612AD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1860D02-7E04-4ABC-8F7B-4E968BB5263E}" type="presOf" srcId="{F82A4577-8AF6-4369-A63B-DA8C725B163E}" destId="{76FF6880-5711-49F3-9470-C958BF2393E2}" srcOrd="0" destOrd="0" presId="urn:microsoft.com/office/officeart/2018/5/layout/IconCircleLabelList"/>
    <dgm:cxn modelId="{95E65102-EDED-4540-B66D-8E9E2BF877F9}" srcId="{F82A4577-8AF6-4369-A63B-DA8C725B163E}" destId="{D6E94C4E-1EAE-4CE8-BFA7-477206B8F46E}" srcOrd="1" destOrd="0" parTransId="{8B92FDF6-B7CE-4235-B38A-202B151D97E3}" sibTransId="{5AE74DAD-9388-4626-A6CA-679B5C5E0546}"/>
    <dgm:cxn modelId="{D1116B03-3CF9-45BB-8BF6-052E2041A0AC}" type="presOf" srcId="{D6E94C4E-1EAE-4CE8-BFA7-477206B8F46E}" destId="{A4D38434-D85D-4AC9-8031-9FCBE1251849}" srcOrd="0" destOrd="0" presId="urn:microsoft.com/office/officeart/2018/5/layout/IconCircleLabelList"/>
    <dgm:cxn modelId="{4FFE363C-471E-4FEC-B73C-AADADF1407A4}" srcId="{F82A4577-8AF6-4369-A63B-DA8C725B163E}" destId="{E4D06D1F-AA05-47F3-A197-0D60284911CD}" srcOrd="2" destOrd="0" parTransId="{FEBB1D99-D576-4CE2-9135-FCC4A2A41D53}" sibTransId="{396A8925-729F-48C7-9819-AEBD6074D1F5}"/>
    <dgm:cxn modelId="{A445CF5D-332B-4BF5-933E-6110278F0F1C}" srcId="{F82A4577-8AF6-4369-A63B-DA8C725B163E}" destId="{0ADBFEF3-8CDF-4EB0-B51D-433431612AD9}" srcOrd="3" destOrd="0" parTransId="{0E1E84ED-5EBE-4E66-BD76-8A01409F0BA1}" sibTransId="{A09C546F-4247-46FC-9A63-0EA04CB66832}"/>
    <dgm:cxn modelId="{28295A63-7E64-4025-8C6D-3F0DA5093AB2}" type="presOf" srcId="{0ADBFEF3-8CDF-4EB0-B51D-433431612AD9}" destId="{B0539549-22BC-418D-8C76-7E1C5B5EA801}" srcOrd="0" destOrd="0" presId="urn:microsoft.com/office/officeart/2018/5/layout/IconCircleLabelList"/>
    <dgm:cxn modelId="{B9DBF548-3E58-401B-9271-F58C0621CDD8}" srcId="{F82A4577-8AF6-4369-A63B-DA8C725B163E}" destId="{E66A9F97-9795-465D-959B-5BD0F3AFF158}" srcOrd="0" destOrd="0" parTransId="{BD2A60B0-19E9-4DBC-83C7-BC895399D6BA}" sibTransId="{61676022-0B23-425C-AFCF-981105546582}"/>
    <dgm:cxn modelId="{584BB052-A960-4CB6-9271-08622BD1F542}" type="presOf" srcId="{E4D06D1F-AA05-47F3-A197-0D60284911CD}" destId="{8CC2D016-17A1-485B-B15C-21C8C942F38C}" srcOrd="0" destOrd="0" presId="urn:microsoft.com/office/officeart/2018/5/layout/IconCircleLabelList"/>
    <dgm:cxn modelId="{316E8055-B65C-41A9-9F0F-5A989AC4BD75}" type="presOf" srcId="{E66A9F97-9795-465D-959B-5BD0F3AFF158}" destId="{E3A86B11-8F50-4ECA-A43D-D33449F82A4E}" srcOrd="0" destOrd="0" presId="urn:microsoft.com/office/officeart/2018/5/layout/IconCircleLabelList"/>
    <dgm:cxn modelId="{2ADEB162-10E3-4116-B974-1920603B4582}" type="presParOf" srcId="{76FF6880-5711-49F3-9470-C958BF2393E2}" destId="{5F7C69BE-B927-44D9-8F0F-57BC5E3532B7}" srcOrd="0" destOrd="0" presId="urn:microsoft.com/office/officeart/2018/5/layout/IconCircleLabelList"/>
    <dgm:cxn modelId="{8FA341B0-8B88-4AA5-82BF-EC05D87DE5C0}" type="presParOf" srcId="{5F7C69BE-B927-44D9-8F0F-57BC5E3532B7}" destId="{57ABE348-C702-4FB7-BE76-2DFF3316128E}" srcOrd="0" destOrd="0" presId="urn:microsoft.com/office/officeart/2018/5/layout/IconCircleLabelList"/>
    <dgm:cxn modelId="{7AEF7F18-3B64-4344-B6DF-6DEC0F1EC75A}" type="presParOf" srcId="{5F7C69BE-B927-44D9-8F0F-57BC5E3532B7}" destId="{B65E0A19-9F44-4644-A8C4-1E6EEA275371}" srcOrd="1" destOrd="0" presId="urn:microsoft.com/office/officeart/2018/5/layout/IconCircleLabelList"/>
    <dgm:cxn modelId="{2A1E706C-003B-4204-8F00-CEB51A5A9AFF}" type="presParOf" srcId="{5F7C69BE-B927-44D9-8F0F-57BC5E3532B7}" destId="{4BC5C564-431B-4290-97A1-E4375A66C86D}" srcOrd="2" destOrd="0" presId="urn:microsoft.com/office/officeart/2018/5/layout/IconCircleLabelList"/>
    <dgm:cxn modelId="{84794060-56CC-4E64-8783-F16C3293C6F3}" type="presParOf" srcId="{5F7C69BE-B927-44D9-8F0F-57BC5E3532B7}" destId="{E3A86B11-8F50-4ECA-A43D-D33449F82A4E}" srcOrd="3" destOrd="0" presId="urn:microsoft.com/office/officeart/2018/5/layout/IconCircleLabelList"/>
    <dgm:cxn modelId="{CB5BCC5F-C5B3-4F90-82F9-B7CE5FB91BC1}" type="presParOf" srcId="{76FF6880-5711-49F3-9470-C958BF2393E2}" destId="{47254507-3059-4A14-BB56-E19E230FD439}" srcOrd="1" destOrd="0" presId="urn:microsoft.com/office/officeart/2018/5/layout/IconCircleLabelList"/>
    <dgm:cxn modelId="{25405431-901F-443C-94E2-D86D85181753}" type="presParOf" srcId="{76FF6880-5711-49F3-9470-C958BF2393E2}" destId="{9A60D40E-2ADD-47D2-92BC-C178B1ED0F7E}" srcOrd="2" destOrd="0" presId="urn:microsoft.com/office/officeart/2018/5/layout/IconCircleLabelList"/>
    <dgm:cxn modelId="{251F4D03-4403-42C8-8B1A-5838059E0956}" type="presParOf" srcId="{9A60D40E-2ADD-47D2-92BC-C178B1ED0F7E}" destId="{3B9D17CF-9740-4FA4-8951-4B2911B767FF}" srcOrd="0" destOrd="0" presId="urn:microsoft.com/office/officeart/2018/5/layout/IconCircleLabelList"/>
    <dgm:cxn modelId="{E5C38351-B79D-42BF-B0F6-DFC2F1FE5064}" type="presParOf" srcId="{9A60D40E-2ADD-47D2-92BC-C178B1ED0F7E}" destId="{51D4D554-FF50-49EE-BB52-8B42958CA866}" srcOrd="1" destOrd="0" presId="urn:microsoft.com/office/officeart/2018/5/layout/IconCircleLabelList"/>
    <dgm:cxn modelId="{CBC67A96-E977-4D19-83F3-2EC879D6E82D}" type="presParOf" srcId="{9A60D40E-2ADD-47D2-92BC-C178B1ED0F7E}" destId="{998C1C05-3926-4321-9266-86CFE1751812}" srcOrd="2" destOrd="0" presId="urn:microsoft.com/office/officeart/2018/5/layout/IconCircleLabelList"/>
    <dgm:cxn modelId="{1C0C8B13-7DB1-4B32-9C56-0AD830D0659F}" type="presParOf" srcId="{9A60D40E-2ADD-47D2-92BC-C178B1ED0F7E}" destId="{A4D38434-D85D-4AC9-8031-9FCBE1251849}" srcOrd="3" destOrd="0" presId="urn:microsoft.com/office/officeart/2018/5/layout/IconCircleLabelList"/>
    <dgm:cxn modelId="{4CB1B2E5-CB8B-4455-A37A-7DB79F960F4D}" type="presParOf" srcId="{76FF6880-5711-49F3-9470-C958BF2393E2}" destId="{20604FE9-635A-47AA-BB2B-E406473A4A33}" srcOrd="3" destOrd="0" presId="urn:microsoft.com/office/officeart/2018/5/layout/IconCircleLabelList"/>
    <dgm:cxn modelId="{9539843A-CDAC-4F29-AE44-74166B6798F2}" type="presParOf" srcId="{76FF6880-5711-49F3-9470-C958BF2393E2}" destId="{DAF4588D-7B4A-4EF1-847A-33FBCDAF4B0F}" srcOrd="4" destOrd="0" presId="urn:microsoft.com/office/officeart/2018/5/layout/IconCircleLabelList"/>
    <dgm:cxn modelId="{2A32F8C0-E325-4293-B336-C5C0C596123F}" type="presParOf" srcId="{DAF4588D-7B4A-4EF1-847A-33FBCDAF4B0F}" destId="{42781677-058F-4F36-B3BB-EAC8E48F58F7}" srcOrd="0" destOrd="0" presId="urn:microsoft.com/office/officeart/2018/5/layout/IconCircleLabelList"/>
    <dgm:cxn modelId="{D40E04C5-259C-4FAC-B39D-A4A267C4C57B}" type="presParOf" srcId="{DAF4588D-7B4A-4EF1-847A-33FBCDAF4B0F}" destId="{55CA08CC-E0C1-44E6-A9E6-AA6581F9CD67}" srcOrd="1" destOrd="0" presId="urn:microsoft.com/office/officeart/2018/5/layout/IconCircleLabelList"/>
    <dgm:cxn modelId="{2FE9B960-845A-4C44-BEF1-4A7765FED8D5}" type="presParOf" srcId="{DAF4588D-7B4A-4EF1-847A-33FBCDAF4B0F}" destId="{ABE16B0B-46AB-45D0-A195-86C0476D7D6E}" srcOrd="2" destOrd="0" presId="urn:microsoft.com/office/officeart/2018/5/layout/IconCircleLabelList"/>
    <dgm:cxn modelId="{D58EFFB1-29D8-4286-A7BF-648A198C6D8B}" type="presParOf" srcId="{DAF4588D-7B4A-4EF1-847A-33FBCDAF4B0F}" destId="{8CC2D016-17A1-485B-B15C-21C8C942F38C}" srcOrd="3" destOrd="0" presId="urn:microsoft.com/office/officeart/2018/5/layout/IconCircleLabelList"/>
    <dgm:cxn modelId="{DED31C56-235F-494A-A0BC-8A20DB0FE7D0}" type="presParOf" srcId="{76FF6880-5711-49F3-9470-C958BF2393E2}" destId="{0EEF9A79-6376-43FC-A855-21D2C954A093}" srcOrd="5" destOrd="0" presId="urn:microsoft.com/office/officeart/2018/5/layout/IconCircleLabelList"/>
    <dgm:cxn modelId="{17103DC8-8137-4B9B-B979-E35EDE561FA6}" type="presParOf" srcId="{76FF6880-5711-49F3-9470-C958BF2393E2}" destId="{A8A01BBC-4B07-48CD-A793-0FEB4F7B9D30}" srcOrd="6" destOrd="0" presId="urn:microsoft.com/office/officeart/2018/5/layout/IconCircleLabelList"/>
    <dgm:cxn modelId="{E249DD73-AB7F-48A2-B06E-8A75E0774E09}" type="presParOf" srcId="{A8A01BBC-4B07-48CD-A793-0FEB4F7B9D30}" destId="{C80795ED-6818-4BD0-BE2D-415ED11128E2}" srcOrd="0" destOrd="0" presId="urn:microsoft.com/office/officeart/2018/5/layout/IconCircleLabelList"/>
    <dgm:cxn modelId="{6A767065-2374-43EC-8551-94C6626EFDF0}" type="presParOf" srcId="{A8A01BBC-4B07-48CD-A793-0FEB4F7B9D30}" destId="{77685BBF-3AE8-444F-8713-63AB2B1FEC11}" srcOrd="1" destOrd="0" presId="urn:microsoft.com/office/officeart/2018/5/layout/IconCircleLabelList"/>
    <dgm:cxn modelId="{5182C2C8-94DB-4995-9BDE-525BDCAA3519}" type="presParOf" srcId="{A8A01BBC-4B07-48CD-A793-0FEB4F7B9D30}" destId="{00D9E9A0-29AC-48EC-8E63-105DEC000617}" srcOrd="2" destOrd="0" presId="urn:microsoft.com/office/officeart/2018/5/layout/IconCircleLabelList"/>
    <dgm:cxn modelId="{7E89CCEF-DC06-495F-8D69-3F297C893E54}" type="presParOf" srcId="{A8A01BBC-4B07-48CD-A793-0FEB4F7B9D30}" destId="{B0539549-22BC-418D-8C76-7E1C5B5EA80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BE348-C702-4FB7-BE76-2DFF3316128E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E0A19-9F44-4644-A8C4-1E6EEA275371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86B11-8F50-4ECA-A43D-D33449F82A4E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1. </a:t>
          </a:r>
          <a:r>
            <a:rPr lang="en-US" sz="1500" kern="1200" dirty="0" err="1"/>
            <a:t>Avaliação</a:t>
          </a:r>
          <a:r>
            <a:rPr lang="en-US" sz="1500" kern="1200" dirty="0"/>
            <a:t> do </a:t>
          </a:r>
          <a:r>
            <a:rPr lang="en-US" sz="1500" kern="1200" dirty="0" err="1"/>
            <a:t>modelo</a:t>
          </a:r>
          <a:r>
            <a:rPr lang="en-US" sz="1500" kern="1200" dirty="0"/>
            <a:t> </a:t>
          </a:r>
          <a:r>
            <a:rPr lang="en-US" sz="1500" kern="1200" dirty="0" err="1"/>
            <a:t>em</a:t>
          </a:r>
          <a:r>
            <a:rPr lang="en-US" sz="1500" kern="1200" dirty="0"/>
            <a:t> conjunto de teste</a:t>
          </a:r>
        </a:p>
      </dsp:txBody>
      <dsp:txXfrm>
        <a:off x="25435" y="2456402"/>
        <a:ext cx="1800000" cy="720000"/>
      </dsp:txXfrm>
    </dsp:sp>
    <dsp:sp modelId="{3B9D17CF-9740-4FA4-8951-4B2911B767FF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4D554-FF50-49EE-BB52-8B42958CA866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D38434-D85D-4AC9-8031-9FCBE1251849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2. </a:t>
          </a:r>
          <a:r>
            <a:rPr lang="en-US" sz="1500" kern="1200" dirty="0" err="1"/>
            <a:t>Geração</a:t>
          </a:r>
          <a:r>
            <a:rPr lang="en-US" sz="1500" kern="1200" dirty="0"/>
            <a:t> de </a:t>
          </a:r>
          <a:r>
            <a:rPr lang="en-US" sz="1500" kern="1200" dirty="0" err="1"/>
            <a:t>métricas</a:t>
          </a:r>
          <a:r>
            <a:rPr lang="en-US" sz="1500" kern="1200" dirty="0"/>
            <a:t> de </a:t>
          </a:r>
          <a:r>
            <a:rPr lang="en-US" sz="1500" kern="1200" dirty="0" err="1"/>
            <a:t>desempenho</a:t>
          </a:r>
          <a:endParaRPr lang="en-US" sz="1500" kern="1200" dirty="0"/>
        </a:p>
      </dsp:txBody>
      <dsp:txXfrm>
        <a:off x="2140435" y="2456402"/>
        <a:ext cx="1800000" cy="720000"/>
      </dsp:txXfrm>
    </dsp:sp>
    <dsp:sp modelId="{42781677-058F-4F36-B3BB-EAC8E48F58F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A08CC-E0C1-44E6-A9E6-AA6581F9CD67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2D016-17A1-485B-B15C-21C8C942F38C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3. Refinamento da arquitetura se necessário</a:t>
          </a:r>
        </a:p>
      </dsp:txBody>
      <dsp:txXfrm>
        <a:off x="4255435" y="2456402"/>
        <a:ext cx="1800000" cy="720000"/>
      </dsp:txXfrm>
    </dsp:sp>
    <dsp:sp modelId="{C80795ED-6818-4BD0-BE2D-415ED11128E2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85BBF-3AE8-444F-8713-63AB2B1FEC11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39549-22BC-418D-8C76-7E1C5B5EA801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4. Elaboração do artigo e apresentação final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pt-BR" sz="4800">
                <a:solidFill>
                  <a:srgbClr val="FFFFFF"/>
                </a:solidFill>
              </a:rPr>
              <a:t>Projeto de Análise de dados utilizando PYTHON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FFFFFF"/>
                </a:solidFill>
              </a:rPr>
              <a:t>Classificação de Países por Emissão de CO2</a:t>
            </a:r>
            <a:endParaRPr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8612" y="0"/>
            <a:ext cx="5165936" cy="1674904"/>
          </a:xfrm>
        </p:spPr>
        <p:txBody>
          <a:bodyPr anchor="ctr">
            <a:normAutofit/>
          </a:bodyPr>
          <a:lstStyle/>
          <a:p>
            <a:r>
              <a:rPr lang="pt-BR" sz="4000" dirty="0"/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900" y="1875886"/>
            <a:ext cx="11565151" cy="286936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sz="1900" dirty="0"/>
              <a:t>O projeto tem como objetivo analisar emissões de CO₂ por país e utilizar redes neurais convolucionais (CNN) para classificar países em níveis de poluição (baixo, médio e alto) a partir de gráficos de emissões, transformando dados numéricos em imagens para aprendizado.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r>
              <a:rPr lang="pt-BR" sz="4000" dirty="0"/>
              <a:t>Etapas do Projeto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514E14-329C-EB3D-6CDC-92F78424A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6"/>
            <a:ext cx="10175630" cy="3560150"/>
          </a:xfrm>
        </p:spPr>
        <p:txBody>
          <a:bodyPr anchor="ctr">
            <a:normAutofit/>
          </a:bodyPr>
          <a:lstStyle/>
          <a:p>
            <a:pPr lvl="0" algn="just">
              <a:lnSpc>
                <a:spcPct val="90000"/>
              </a:lnSpc>
              <a:defRPr cap="all"/>
            </a:pPr>
            <a:r>
              <a:rPr lang="en-US" sz="1300" dirty="0"/>
              <a:t> </a:t>
            </a:r>
            <a:r>
              <a:rPr lang="en-US" sz="1300" dirty="0" err="1"/>
              <a:t>Leitura</a:t>
            </a:r>
            <a:r>
              <a:rPr lang="en-US" sz="1300" dirty="0"/>
              <a:t> e </a:t>
            </a:r>
            <a:r>
              <a:rPr lang="en-US" sz="1300" dirty="0" err="1"/>
              <a:t>limpeza</a:t>
            </a:r>
            <a:r>
              <a:rPr lang="en-US" sz="1300" dirty="0"/>
              <a:t> dos dados CSV</a:t>
            </a:r>
          </a:p>
          <a:p>
            <a:pPr lvl="0" algn="just">
              <a:lnSpc>
                <a:spcPct val="90000"/>
              </a:lnSpc>
              <a:defRPr cap="all"/>
            </a:pPr>
            <a:r>
              <a:rPr lang="en-US" sz="1300" dirty="0"/>
              <a:t> </a:t>
            </a:r>
            <a:r>
              <a:rPr lang="en-US" sz="1300" dirty="0" err="1"/>
              <a:t>Geração</a:t>
            </a:r>
            <a:r>
              <a:rPr lang="en-US" sz="1300" dirty="0"/>
              <a:t> de </a:t>
            </a:r>
            <a:r>
              <a:rPr lang="en-US" sz="1300" dirty="0" err="1"/>
              <a:t>gráficos</a:t>
            </a:r>
            <a:r>
              <a:rPr lang="en-US" sz="1300" dirty="0"/>
              <a:t> </a:t>
            </a:r>
            <a:r>
              <a:rPr lang="en-US" sz="1300" dirty="0" err="1"/>
              <a:t>por</a:t>
            </a:r>
            <a:r>
              <a:rPr lang="en-US" sz="1300" dirty="0"/>
              <a:t> </a:t>
            </a:r>
            <a:r>
              <a:rPr lang="en-US" sz="1300" dirty="0" err="1"/>
              <a:t>país</a:t>
            </a:r>
            <a:endParaRPr lang="en-US" sz="1300" dirty="0"/>
          </a:p>
          <a:p>
            <a:pPr lvl="0" algn="just">
              <a:lnSpc>
                <a:spcPct val="90000"/>
              </a:lnSpc>
              <a:defRPr cap="all"/>
            </a:pPr>
            <a:r>
              <a:rPr lang="en-US" sz="1300" dirty="0"/>
              <a:t>Classificação dos </a:t>
            </a:r>
            <a:r>
              <a:rPr lang="en-US" sz="1300" dirty="0" err="1"/>
              <a:t>países</a:t>
            </a:r>
            <a:r>
              <a:rPr lang="en-US" sz="1300" dirty="0"/>
              <a:t> </a:t>
            </a:r>
            <a:r>
              <a:rPr lang="en-US" sz="1300" dirty="0" err="1"/>
              <a:t>em</a:t>
            </a:r>
            <a:r>
              <a:rPr lang="en-US" sz="1300" dirty="0"/>
              <a:t> 3 </a:t>
            </a:r>
            <a:r>
              <a:rPr lang="en-US" sz="1300" dirty="0" err="1"/>
              <a:t>categorias</a:t>
            </a:r>
            <a:r>
              <a:rPr lang="en-US" sz="1300" dirty="0"/>
              <a:t>: low, medium, high</a:t>
            </a:r>
          </a:p>
          <a:p>
            <a:pPr lvl="0" algn="just">
              <a:lnSpc>
                <a:spcPct val="90000"/>
              </a:lnSpc>
              <a:defRPr cap="all"/>
            </a:pPr>
            <a:r>
              <a:rPr lang="en-US" sz="1300" dirty="0" err="1"/>
              <a:t>Treinamento</a:t>
            </a:r>
            <a:r>
              <a:rPr lang="en-US" sz="1300" dirty="0"/>
              <a:t> de </a:t>
            </a:r>
            <a:r>
              <a:rPr lang="en-US" sz="1300" dirty="0" err="1"/>
              <a:t>modelo</a:t>
            </a:r>
            <a:r>
              <a:rPr lang="en-US" sz="1300" dirty="0"/>
              <a:t> CNN (ResNet18)</a:t>
            </a:r>
          </a:p>
          <a:p>
            <a:pPr lvl="0" algn="just">
              <a:lnSpc>
                <a:spcPct val="90000"/>
              </a:lnSpc>
              <a:defRPr cap="all"/>
            </a:pPr>
            <a:r>
              <a:rPr lang="en-US" sz="1300" dirty="0"/>
              <a:t> </a:t>
            </a:r>
            <a:r>
              <a:rPr lang="en-US" sz="1300" dirty="0" err="1"/>
              <a:t>Avaliação</a:t>
            </a:r>
            <a:r>
              <a:rPr lang="en-US" sz="1300" dirty="0"/>
              <a:t> e </a:t>
            </a:r>
            <a:r>
              <a:rPr lang="en-US" sz="1300" dirty="0" err="1"/>
              <a:t>visualização</a:t>
            </a:r>
            <a:r>
              <a:rPr lang="en-US" sz="1300" dirty="0"/>
              <a:t> dos </a:t>
            </a:r>
            <a:r>
              <a:rPr lang="en-US" sz="1300" dirty="0" err="1"/>
              <a:t>resultados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37236-21BD-3CE4-30AD-346BCA4A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 (Status Atual)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E30679-9459-2E0D-DAEF-91F15DE26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pt-BR" sz="1300" dirty="0"/>
              <a:t>Pasta data/</a:t>
            </a:r>
          </a:p>
          <a:p>
            <a:pPr marL="0" indent="0">
              <a:buNone/>
            </a:pPr>
            <a:r>
              <a:rPr lang="pt-BR" sz="1300" dirty="0"/>
              <a:t>data/</a:t>
            </a:r>
            <a:r>
              <a:rPr lang="pt-BR" sz="1300" dirty="0" err="1"/>
              <a:t>raw</a:t>
            </a:r>
            <a:r>
              <a:rPr lang="pt-BR" sz="1300" dirty="0"/>
              <a:t>/</a:t>
            </a:r>
          </a:p>
          <a:p>
            <a:pPr marL="0" indent="0">
              <a:buNone/>
            </a:pPr>
            <a:r>
              <a:rPr lang="pt-BR" sz="1300" dirty="0"/>
              <a:t>Contém o </a:t>
            </a:r>
            <a:r>
              <a:rPr lang="pt-BR" sz="1300" dirty="0" err="1"/>
              <a:t>dataset</a:t>
            </a:r>
            <a:r>
              <a:rPr lang="pt-BR" sz="1300" dirty="0"/>
              <a:t> original: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owid-co2-data.csv</a:t>
            </a:r>
          </a:p>
          <a:p>
            <a:pPr marL="0" indent="0">
              <a:buNone/>
            </a:pPr>
            <a:r>
              <a:rPr lang="pt-BR" sz="1300" dirty="0"/>
              <a:t>Fonte dos dados de emissões globais de CO₂ por país e ano.</a:t>
            </a:r>
          </a:p>
          <a:p>
            <a:pPr marL="0" indent="0">
              <a:buNone/>
            </a:pPr>
            <a:r>
              <a:rPr lang="pt-BR" sz="1300" dirty="0"/>
              <a:t>Dados incluem: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País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Região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Emissões totais (</a:t>
            </a:r>
            <a:r>
              <a:rPr lang="pt-BR" sz="1300" dirty="0" err="1"/>
              <a:t>Kilotons</a:t>
            </a:r>
            <a:r>
              <a:rPr lang="pt-BR" sz="1300" dirty="0"/>
              <a:t> </a:t>
            </a:r>
            <a:r>
              <a:rPr lang="pt-BR" sz="1300" dirty="0" err="1"/>
              <a:t>of</a:t>
            </a:r>
            <a:r>
              <a:rPr lang="pt-BR" sz="1300" dirty="0"/>
              <a:t> CO₂)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Emissões per capita (</a:t>
            </a:r>
            <a:r>
              <a:rPr lang="pt-BR" sz="1300" dirty="0" err="1"/>
              <a:t>Metric</a:t>
            </a:r>
            <a:r>
              <a:rPr lang="pt-BR" sz="1300" dirty="0"/>
              <a:t> Tons Per Capita)</a:t>
            </a:r>
          </a:p>
          <a:p>
            <a:pPr marL="0" indent="0">
              <a:buNone/>
            </a:pPr>
            <a:endParaRPr lang="pt-BR" sz="1300" dirty="0"/>
          </a:p>
          <a:p>
            <a:pPr marL="0" indent="0">
              <a:buNone/>
            </a:pPr>
            <a:r>
              <a:rPr lang="pt-BR" sz="1300" dirty="0"/>
              <a:t>data/</a:t>
            </a:r>
            <a:r>
              <a:rPr lang="pt-BR" sz="1300" dirty="0" err="1"/>
              <a:t>processed</a:t>
            </a:r>
            <a:r>
              <a:rPr lang="pt-BR" sz="1300" dirty="0"/>
              <a:t>/</a:t>
            </a:r>
          </a:p>
          <a:p>
            <a:pPr marL="0" indent="0">
              <a:buNone/>
            </a:pPr>
            <a:r>
              <a:rPr lang="pt-BR" sz="1300" dirty="0"/>
              <a:t>Contém artefatos gerados a partir do processamento dos dados: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Gráficos individuais por país (emissões ao longo do tempo)</a:t>
            </a:r>
          </a:p>
          <a:p>
            <a:pPr marL="457200" lvl="1" indent="0">
              <a:buNone/>
            </a:pPr>
            <a:r>
              <a:rPr lang="pt-BR" sz="1300" dirty="0"/>
              <a:t>Gráficos comparativos: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comparacao_maiores_poluidores.png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comparacao_medios_poluidores.pn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comparacao_menores_poluidores.png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emissoes_paises_resumo.csv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Arquivo consolidado com médias e totais de emissão por país</a:t>
            </a:r>
          </a:p>
          <a:p>
            <a:pPr marL="0" indent="0">
              <a:buNone/>
            </a:pPr>
            <a:r>
              <a:rPr lang="pt-BR" sz="1300" dirty="0"/>
              <a:t>Esses arquivos servem como entrada visual para o modelo CNN.</a:t>
            </a:r>
          </a:p>
          <a:p>
            <a:pPr marL="0" indent="0">
              <a:buNone/>
            </a:pPr>
            <a:r>
              <a:rPr lang="pt-BR" sz="1300" dirty="0"/>
              <a:t>data/</a:t>
            </a:r>
            <a:r>
              <a:rPr lang="pt-BR" sz="1300" dirty="0" err="1"/>
              <a:t>dataset</a:t>
            </a:r>
            <a:r>
              <a:rPr lang="pt-BR" sz="1300" dirty="0"/>
              <a:t>/</a:t>
            </a:r>
          </a:p>
          <a:p>
            <a:pPr marL="0" indent="0">
              <a:buNone/>
            </a:pPr>
            <a:r>
              <a:rPr lang="pt-BR" sz="1300" dirty="0" err="1"/>
              <a:t>Dataset</a:t>
            </a:r>
            <a:r>
              <a:rPr lang="pt-BR" sz="1300" dirty="0"/>
              <a:t> estruturado para aprendizado supervisionado:</a:t>
            </a:r>
          </a:p>
          <a:p>
            <a:pPr marL="0" indent="0">
              <a:buNone/>
            </a:pPr>
            <a:r>
              <a:rPr lang="pt-BR" sz="1300" dirty="0" err="1"/>
              <a:t>dataset</a:t>
            </a:r>
            <a:r>
              <a:rPr lang="pt-BR" sz="1300" dirty="0"/>
              <a:t>/</a:t>
            </a:r>
          </a:p>
          <a:p>
            <a:pPr marL="0" indent="0">
              <a:buNone/>
            </a:pPr>
            <a:r>
              <a:rPr lang="pt-BR" sz="1300" dirty="0"/>
              <a:t>high/</a:t>
            </a:r>
          </a:p>
          <a:p>
            <a:pPr marL="0" indent="0">
              <a:buNone/>
            </a:pPr>
            <a:r>
              <a:rPr lang="pt-BR" sz="1300" dirty="0" err="1"/>
              <a:t>medium</a:t>
            </a:r>
            <a:r>
              <a:rPr lang="pt-BR" sz="1300" dirty="0"/>
              <a:t>/</a:t>
            </a:r>
          </a:p>
          <a:p>
            <a:pPr marL="0" indent="0">
              <a:buNone/>
            </a:pPr>
            <a:r>
              <a:rPr lang="pt-BR" sz="1300" dirty="0" err="1"/>
              <a:t>low</a:t>
            </a:r>
            <a:r>
              <a:rPr lang="pt-BR" sz="1300" dirty="0"/>
              <a:t>/</a:t>
            </a:r>
          </a:p>
          <a:p>
            <a:pPr marL="0" indent="0">
              <a:buNone/>
            </a:pPr>
            <a:r>
              <a:rPr lang="pt-BR" sz="1300" dirty="0"/>
              <a:t>As imagens foram classificadas automaticamente com base na média de emissões de CO₂ de cada país: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/>
              <a:t>high → grandes emissores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 err="1"/>
              <a:t>medium</a:t>
            </a:r>
            <a:r>
              <a:rPr lang="pt-BR" sz="1300" dirty="0"/>
              <a:t> → emissores médios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300" dirty="0" err="1"/>
              <a:t>low</a:t>
            </a:r>
            <a:r>
              <a:rPr lang="pt-BR" sz="1300" dirty="0"/>
              <a:t> → pequenos emissores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26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BF59-CB43-92EF-EB05-815BAD3A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CB58C-A333-B0E9-335A-3EF69D9B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 (Status Atual)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E02B38-E1C1-2582-078A-CD035720E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25000" lnSpcReduction="20000"/>
          </a:bodyPr>
          <a:lstStyle/>
          <a:p>
            <a:pPr marL="0" indent="0">
              <a:buNone/>
            </a:pPr>
            <a:r>
              <a:rPr lang="pt-BR" sz="5200" dirty="0"/>
              <a:t>Pasta </a:t>
            </a:r>
            <a:r>
              <a:rPr lang="pt-BR" sz="5200" dirty="0" err="1"/>
              <a:t>src</a:t>
            </a:r>
            <a:r>
              <a:rPr lang="pt-BR" sz="5200" dirty="0"/>
              <a:t>/ (Código-fonte)</a:t>
            </a:r>
          </a:p>
          <a:p>
            <a:pPr marL="0" indent="0">
              <a:buNone/>
            </a:pPr>
            <a:r>
              <a:rPr lang="pt-BR" sz="5200" dirty="0"/>
              <a:t>config.py</a:t>
            </a:r>
          </a:p>
          <a:p>
            <a:pPr marL="0" indent="0">
              <a:buNone/>
            </a:pPr>
            <a:r>
              <a:rPr lang="pt-BR" sz="5200" dirty="0"/>
              <a:t>Centraliza os caminhos do projeto: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5200" dirty="0" err="1"/>
              <a:t>Dataset</a:t>
            </a:r>
            <a:r>
              <a:rPr lang="pt-BR" sz="5200" dirty="0"/>
              <a:t> bruto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5200" dirty="0"/>
              <a:t>Imagens processadas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5200" dirty="0" err="1"/>
              <a:t>Dataset</a:t>
            </a:r>
            <a:r>
              <a:rPr lang="pt-BR" sz="5200" dirty="0"/>
              <a:t> classificado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5200" dirty="0"/>
              <a:t>Modelo treinado</a:t>
            </a:r>
          </a:p>
          <a:p>
            <a:pPr marL="0" indent="0">
              <a:buNone/>
            </a:pPr>
            <a:r>
              <a:rPr lang="pt-BR" sz="5200" dirty="0"/>
              <a:t>Evita caminhos </a:t>
            </a:r>
            <a:r>
              <a:rPr lang="pt-BR" sz="5200" dirty="0" err="1"/>
              <a:t>hardcoded</a:t>
            </a:r>
            <a:r>
              <a:rPr lang="pt-BR" sz="5200" dirty="0"/>
              <a:t> espalhados pelo código.</a:t>
            </a:r>
          </a:p>
          <a:p>
            <a:pPr marL="0" indent="0">
              <a:buNone/>
            </a:pPr>
            <a:endParaRPr lang="pt-BR" sz="5200" dirty="0"/>
          </a:p>
          <a:p>
            <a:pPr marL="0" indent="0">
              <a:buNone/>
            </a:pPr>
            <a:r>
              <a:rPr lang="pt-BR" sz="5200" dirty="0"/>
              <a:t>generate_images.py</a:t>
            </a:r>
          </a:p>
          <a:p>
            <a:pPr marL="0" indent="0">
              <a:buNone/>
            </a:pPr>
            <a:r>
              <a:rPr lang="pt-BR" sz="5200" dirty="0"/>
              <a:t>Responsável por transformar dados em imagens:</a:t>
            </a:r>
          </a:p>
          <a:p>
            <a:pPr marL="0" indent="0">
              <a:buNone/>
            </a:pPr>
            <a:r>
              <a:rPr lang="pt-BR" sz="5200" dirty="0"/>
              <a:t>Geração de gráficos individuais por país</a:t>
            </a:r>
            <a:br>
              <a:rPr lang="pt-BR" sz="5200" dirty="0"/>
            </a:br>
            <a:r>
              <a:rPr lang="pt-BR" sz="5200" dirty="0"/>
              <a:t>Geração de gráficos comparativos:</a:t>
            </a:r>
          </a:p>
          <a:p>
            <a:r>
              <a:rPr lang="pt-BR" sz="5200" dirty="0"/>
              <a:t>Maiores poluidores</a:t>
            </a:r>
          </a:p>
          <a:p>
            <a:r>
              <a:rPr lang="pt-BR" sz="5200" dirty="0"/>
              <a:t>Médios poluidores</a:t>
            </a:r>
          </a:p>
          <a:p>
            <a:r>
              <a:rPr lang="pt-BR" sz="5200" dirty="0"/>
              <a:t>Menores poluidores</a:t>
            </a:r>
          </a:p>
          <a:p>
            <a:pPr marL="0" indent="0">
              <a:buNone/>
            </a:pPr>
            <a:r>
              <a:rPr lang="pt-BR" sz="5200" dirty="0"/>
              <a:t>Separação dos gráficos em imagens independentes</a:t>
            </a:r>
          </a:p>
          <a:p>
            <a:pPr marL="0" indent="0">
              <a:buNone/>
            </a:pPr>
            <a:r>
              <a:rPr lang="pt-BR" sz="5200" dirty="0"/>
              <a:t> Base para criação do </a:t>
            </a:r>
            <a:r>
              <a:rPr lang="pt-BR" sz="5200" dirty="0" err="1"/>
              <a:t>dataset</a:t>
            </a:r>
            <a:r>
              <a:rPr lang="pt-BR" sz="5200" dirty="0"/>
              <a:t> visual usado pela CNN</a:t>
            </a:r>
          </a:p>
          <a:p>
            <a:pPr marL="0" indent="0">
              <a:buNone/>
            </a:pPr>
            <a:br>
              <a:rPr lang="pt-BR" sz="5200" dirty="0"/>
            </a:br>
            <a:endParaRPr lang="pt-BR" sz="5200" dirty="0"/>
          </a:p>
          <a:p>
            <a:pPr marL="0" indent="0">
              <a:buNone/>
            </a:pPr>
            <a:r>
              <a:rPr lang="pt-BR" sz="5200" dirty="0"/>
              <a:t>classify_images.py</a:t>
            </a:r>
          </a:p>
          <a:p>
            <a:pPr marL="0" indent="0">
              <a:buNone/>
            </a:pPr>
            <a:r>
              <a:rPr lang="pt-BR" sz="5200" dirty="0"/>
              <a:t>Responsável por classificar automaticamente as imagens:</a:t>
            </a:r>
          </a:p>
          <a:p>
            <a:r>
              <a:rPr lang="pt-BR" sz="5200" dirty="0"/>
              <a:t>Lê os dados de CO₂</a:t>
            </a:r>
          </a:p>
          <a:p>
            <a:r>
              <a:rPr lang="pt-BR" sz="5200" dirty="0"/>
              <a:t>Calcula a média de emissões por país</a:t>
            </a:r>
          </a:p>
          <a:p>
            <a:r>
              <a:rPr lang="pt-BR" sz="5200" dirty="0"/>
              <a:t>Define categorias (</a:t>
            </a:r>
            <a:r>
              <a:rPr lang="pt-BR" sz="5200" dirty="0" err="1"/>
              <a:t>low</a:t>
            </a:r>
            <a:r>
              <a:rPr lang="pt-BR" sz="5200" dirty="0"/>
              <a:t>, </a:t>
            </a:r>
            <a:r>
              <a:rPr lang="pt-BR" sz="5200" dirty="0" err="1"/>
              <a:t>medium</a:t>
            </a:r>
            <a:r>
              <a:rPr lang="pt-BR" sz="5200" dirty="0"/>
              <a:t>, high)</a:t>
            </a:r>
          </a:p>
          <a:p>
            <a:r>
              <a:rPr lang="pt-BR" sz="5200" dirty="0"/>
              <a:t>Move/</a:t>
            </a:r>
            <a:r>
              <a:rPr lang="pt-BR" sz="5200" dirty="0" err="1"/>
              <a:t>copía</a:t>
            </a:r>
            <a:r>
              <a:rPr lang="pt-BR" sz="5200" dirty="0"/>
              <a:t> as imagens para a pasta correta do </a:t>
            </a:r>
            <a:r>
              <a:rPr lang="pt-BR" sz="5200" dirty="0" err="1"/>
              <a:t>dataset</a:t>
            </a:r>
            <a:endParaRPr lang="pt-BR" sz="5200" dirty="0"/>
          </a:p>
          <a:p>
            <a:pPr marL="0" indent="0">
              <a:buNone/>
            </a:pPr>
            <a:endParaRPr lang="pt-BR" sz="5200" dirty="0"/>
          </a:p>
          <a:p>
            <a:pPr marL="0" indent="0">
              <a:buNone/>
            </a:pPr>
            <a:r>
              <a:rPr lang="pt-BR" sz="5200" dirty="0"/>
              <a:t> train_model.py</a:t>
            </a:r>
          </a:p>
          <a:p>
            <a:pPr marL="0" indent="0">
              <a:buNone/>
            </a:pPr>
            <a:r>
              <a:rPr lang="pt-BR" sz="5200" dirty="0"/>
              <a:t>Responsável pelo treinamento do modelo CNN:</a:t>
            </a:r>
          </a:p>
          <a:p>
            <a:r>
              <a:rPr lang="pt-BR" sz="5200" dirty="0"/>
              <a:t>Utiliza ResNet18 (</a:t>
            </a:r>
            <a:r>
              <a:rPr lang="pt-BR" sz="5200" dirty="0" err="1"/>
              <a:t>transfer</a:t>
            </a:r>
            <a:r>
              <a:rPr lang="pt-BR" sz="5200" dirty="0"/>
              <a:t> learning)</a:t>
            </a:r>
          </a:p>
          <a:p>
            <a:r>
              <a:rPr lang="pt-BR" sz="5200" dirty="0"/>
              <a:t>Treina o modelo com imagens dos gráficos</a:t>
            </a:r>
          </a:p>
          <a:p>
            <a:r>
              <a:rPr lang="pt-BR" sz="5200" dirty="0"/>
              <a:t>Classifica países com base no padrão visual de emissões</a:t>
            </a:r>
          </a:p>
          <a:p>
            <a:r>
              <a:rPr lang="pt-BR" sz="5200" dirty="0"/>
              <a:t>Salva o modelo treinado em: models/</a:t>
            </a:r>
            <a:r>
              <a:rPr lang="pt-BR" sz="5200" dirty="0" err="1"/>
              <a:t>cnn_model.pth</a:t>
            </a:r>
            <a:br>
              <a:rPr lang="pt-BR" sz="5200" dirty="0"/>
            </a:br>
            <a:endParaRPr lang="pt-BR" sz="5200" dirty="0"/>
          </a:p>
          <a:p>
            <a:pPr marL="0" indent="0">
              <a:buNone/>
            </a:pPr>
            <a:r>
              <a:rPr lang="pt-BR" sz="5200" dirty="0"/>
              <a:t>evaluate_model.py</a:t>
            </a:r>
          </a:p>
          <a:p>
            <a:pPr marL="0" indent="0">
              <a:buNone/>
            </a:pPr>
            <a:r>
              <a:rPr lang="pt-BR" sz="5200" dirty="0"/>
              <a:t>Responsável por:</a:t>
            </a:r>
          </a:p>
          <a:p>
            <a:r>
              <a:rPr lang="pt-BR" sz="5200" dirty="0"/>
              <a:t>Avaliar o desempenho do modelo</a:t>
            </a:r>
          </a:p>
          <a:p>
            <a:r>
              <a:rPr lang="pt-BR" sz="5200" dirty="0"/>
              <a:t>Calcular métricas como acurácia</a:t>
            </a:r>
          </a:p>
          <a:p>
            <a:r>
              <a:rPr lang="pt-BR" sz="5200" dirty="0"/>
              <a:t>Validar o modelo com dados de teste</a:t>
            </a:r>
          </a:p>
          <a:p>
            <a:pPr marL="0" indent="0">
              <a:buNone/>
            </a:pPr>
            <a:br>
              <a:rPr lang="pt-BR" sz="5200" dirty="0"/>
            </a:br>
            <a:endParaRPr lang="pt-BR" sz="5200" dirty="0"/>
          </a:p>
          <a:p>
            <a:pPr marL="0" indent="0">
              <a:buNone/>
            </a:pPr>
            <a:r>
              <a:rPr lang="pt-BR" sz="5200" dirty="0"/>
              <a:t> utils.py</a:t>
            </a:r>
          </a:p>
          <a:p>
            <a:r>
              <a:rPr lang="pt-BR" sz="5200" dirty="0"/>
              <a:t>Funções auxiliares reutilizáveis</a:t>
            </a:r>
          </a:p>
          <a:p>
            <a:r>
              <a:rPr lang="pt-BR" sz="5200" dirty="0"/>
              <a:t>Apoia leitura de dados, métricas e utilidades gerais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735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20C1F-E6A8-AC43-0308-886F8EECF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AFAC-D7E4-E200-90EA-22B419CB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 (Status Atual)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693072-A39F-C80B-4509-1D0B85132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buNone/>
            </a:pPr>
            <a:r>
              <a:rPr lang="pt-BR" sz="1300" dirty="0"/>
              <a:t>Pasta models/</a:t>
            </a:r>
          </a:p>
          <a:p>
            <a:pPr marL="0" indent="0">
              <a:buNone/>
            </a:pPr>
            <a:r>
              <a:rPr lang="pt-BR" sz="1300" dirty="0"/>
              <a:t>Contém o modelo treinado: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 err="1"/>
              <a:t>cnn_model.pth</a:t>
            </a:r>
            <a:endParaRPr lang="pt-BR" sz="1300" dirty="0"/>
          </a:p>
          <a:p>
            <a:pPr marL="0" indent="0">
              <a:buNone/>
            </a:pPr>
            <a:r>
              <a:rPr lang="pt-BR" sz="1300" dirty="0"/>
              <a:t>Esse modelo pode ser: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Reutilizado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Avaliado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Usado para inferência/predição</a:t>
            </a:r>
          </a:p>
          <a:p>
            <a:pPr>
              <a:buNone/>
            </a:pPr>
            <a:endParaRPr lang="pt-BR" sz="1300" dirty="0"/>
          </a:p>
          <a:p>
            <a:pPr>
              <a:buNone/>
            </a:pPr>
            <a:r>
              <a:rPr lang="pt-BR" sz="1300" dirty="0"/>
              <a:t>Pasta notebooks/</a:t>
            </a:r>
          </a:p>
          <a:p>
            <a:pPr marL="0" indent="0">
              <a:buNone/>
            </a:pPr>
            <a:r>
              <a:rPr lang="pt-BR" sz="1300" dirty="0"/>
              <a:t>Espaço reservado para: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Análises exploratórias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Testes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Visualizações experimentais</a:t>
            </a:r>
          </a:p>
          <a:p>
            <a:pPr>
              <a:buNone/>
            </a:pPr>
            <a:r>
              <a:rPr lang="pt-BR" sz="1300" dirty="0"/>
              <a:t>main.py</a:t>
            </a:r>
          </a:p>
          <a:p>
            <a:pPr marL="0" indent="0">
              <a:buNone/>
            </a:pPr>
            <a:r>
              <a:rPr lang="pt-BR" sz="1300" dirty="0"/>
              <a:t>Pipeline principal do projeto</a:t>
            </a:r>
          </a:p>
          <a:p>
            <a:pPr marL="0" indent="0">
              <a:buNone/>
            </a:pPr>
            <a:r>
              <a:rPr lang="pt-BR" sz="1300" dirty="0"/>
              <a:t>Executa, em ordem: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Geração de gráficos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Classificação das imagens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Treinamento do modelo CNN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300" dirty="0"/>
              <a:t>Centraliza o fluxo do projeto.</a:t>
            </a:r>
          </a:p>
          <a:p>
            <a:pPr>
              <a:buNone/>
            </a:pPr>
            <a:endParaRPr lang="pt-BR" sz="1300" dirty="0"/>
          </a:p>
          <a:p>
            <a:pPr>
              <a:buNone/>
            </a:pPr>
            <a:r>
              <a:rPr lang="pt-BR" sz="1300" dirty="0"/>
              <a:t>README.md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300" dirty="0"/>
              <a:t>Documentação do projeto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300" dirty="0"/>
              <a:t>Descreve objetivo, estrutura e instruções de execução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590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78E6-1FCC-E7C9-50A4-EA6A653E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B1193-3C6B-ACD7-AFE6-F3A111D2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 (Status Atual)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078B9C-A87E-AEBB-272F-B8E21C6C1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pt-BR" sz="1300" dirty="0"/>
              <a:t>O que já foi alcançado</a:t>
            </a:r>
          </a:p>
          <a:p>
            <a:r>
              <a:rPr lang="pt-BR" sz="1300" dirty="0" err="1"/>
              <a:t>Dataset</a:t>
            </a:r>
            <a:r>
              <a:rPr lang="pt-BR" sz="1300" dirty="0"/>
              <a:t> limpo e estruturado</a:t>
            </a:r>
          </a:p>
          <a:p>
            <a:r>
              <a:rPr lang="pt-BR" sz="1300" dirty="0"/>
              <a:t>Transformação de dados tabulares em imagens</a:t>
            </a:r>
          </a:p>
          <a:p>
            <a:r>
              <a:rPr lang="pt-BR" sz="1300" dirty="0"/>
              <a:t>Criação de </a:t>
            </a:r>
            <a:r>
              <a:rPr lang="pt-BR" sz="1300" dirty="0" err="1"/>
              <a:t>dataset</a:t>
            </a:r>
            <a:r>
              <a:rPr lang="pt-BR" sz="1300" dirty="0"/>
              <a:t> visual supervisionado</a:t>
            </a:r>
          </a:p>
          <a:p>
            <a:r>
              <a:rPr lang="pt-BR" sz="1300" dirty="0"/>
              <a:t>Treinamento de um modelo CNN funcional</a:t>
            </a:r>
          </a:p>
          <a:p>
            <a:r>
              <a:rPr lang="pt-BR" sz="1300" dirty="0"/>
              <a:t>Geração de gráficos analíticos para interpretação</a:t>
            </a:r>
          </a:p>
          <a:p>
            <a:r>
              <a:rPr lang="pt-BR" sz="1300" dirty="0"/>
              <a:t>Base sólida para análises comparativas e preditivas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431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38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r>
              <a:rPr lang="pt-BR" sz="4000"/>
              <a:t>Geração de Gráficos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1400" dirty="0"/>
              <a:t>Cada país tem um gráfico gerado com suas emissões ao longo do tempo.</a:t>
            </a:r>
          </a:p>
          <a:p>
            <a:pPr algn="just">
              <a:lnSpc>
                <a:spcPct val="90000"/>
              </a:lnSpc>
            </a:pPr>
            <a:r>
              <a:rPr lang="pt-BR" sz="1400" dirty="0"/>
              <a:t>Os gráficos são salvos como imagens PNG.</a:t>
            </a:r>
          </a:p>
          <a:p>
            <a:pPr algn="just">
              <a:lnSpc>
                <a:spcPct val="90000"/>
              </a:lnSpc>
            </a:pPr>
            <a:r>
              <a:rPr lang="pt-BR" sz="1400" dirty="0"/>
              <a:t>Estas imagens são usadas como entrada para a rede neural.</a:t>
            </a:r>
          </a:p>
        </p:txBody>
      </p:sp>
      <p:pic>
        <p:nvPicPr>
          <p:cNvPr id="6" name="Imagem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AFA7AD8-78E2-264A-659C-8CC586301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33" y="2405149"/>
            <a:ext cx="7571636" cy="38993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5DAEF-7DD6-8D5E-6D00-FC5A81E9B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38">
            <a:extLst>
              <a:ext uri="{FF2B5EF4-FFF2-40B4-BE49-F238E27FC236}">
                <a16:creationId xmlns:a16="http://schemas.microsoft.com/office/drawing/2014/main" id="{F994ACA9-E5B6-3236-CA44-C90B6E050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595F1-1E15-99C0-7AD4-0831EC0B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r>
              <a:rPr lang="pt-BR" sz="4000"/>
              <a:t>Geração de Gráficos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9551A-1BDA-35DB-D0DA-CFAE1675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064" y="1093412"/>
            <a:ext cx="10175630" cy="767904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1400" dirty="0"/>
              <a:t>Os 15 maiores poluidores</a:t>
            </a:r>
          </a:p>
          <a:p>
            <a:pPr algn="just">
              <a:lnSpc>
                <a:spcPct val="90000"/>
              </a:lnSpc>
            </a:pPr>
            <a:r>
              <a:rPr lang="pt-BR" sz="1400" dirty="0"/>
              <a:t>Os 15 médio poluidores </a:t>
            </a:r>
          </a:p>
          <a:p>
            <a:pPr algn="just">
              <a:lnSpc>
                <a:spcPct val="90000"/>
              </a:lnSpc>
            </a:pPr>
            <a:r>
              <a:rPr lang="pt-BR" sz="1400" dirty="0"/>
              <a:t>Os 15 menores poluidores</a:t>
            </a:r>
          </a:p>
        </p:txBody>
      </p:sp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EAE11046-5DFF-6EA5-2461-B26336AC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23" y="2003622"/>
            <a:ext cx="5131117" cy="2730000"/>
          </a:xfrm>
          <a:prstGeom prst="rect">
            <a:avLst/>
          </a:prstGeom>
        </p:spPr>
      </p:pic>
      <p:pic>
        <p:nvPicPr>
          <p:cNvPr id="8" name="Imagem 7" descr="Interface gráfica do usuário, 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B893CC36-BB60-B76C-5950-337379163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763" y="2008970"/>
            <a:ext cx="5131117" cy="2719304"/>
          </a:xfrm>
          <a:prstGeom prst="rect">
            <a:avLst/>
          </a:prstGeom>
        </p:spPr>
      </p:pic>
      <p:pic>
        <p:nvPicPr>
          <p:cNvPr id="10" name="Imagem 9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EAE378A2-989E-81F5-B0AA-83FEA0718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613" y="3964664"/>
            <a:ext cx="5111014" cy="271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20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Classificação das Imagens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AEB1B4-66C3-FABB-5680-39C4949AA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Critério</a:t>
            </a:r>
            <a:r>
              <a:rPr lang="en-US" dirty="0"/>
              <a:t> </a:t>
            </a:r>
            <a:r>
              <a:rPr lang="en-US" dirty="0" err="1"/>
              <a:t>baseado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média</a:t>
            </a:r>
            <a:r>
              <a:rPr lang="en-US" dirty="0"/>
              <a:t> de CO2 (Kilotons):</a:t>
            </a:r>
          </a:p>
          <a:p>
            <a:pPr lvl="0"/>
            <a:r>
              <a:rPr lang="en-US" dirty="0"/>
              <a:t>- High: &gt; 500</a:t>
            </a:r>
          </a:p>
          <a:p>
            <a:pPr lvl="0"/>
            <a:r>
              <a:rPr lang="en-US" dirty="0"/>
              <a:t>- Medium: &gt; 100</a:t>
            </a:r>
          </a:p>
          <a:p>
            <a:pPr lvl="0"/>
            <a:r>
              <a:rPr lang="en-US" dirty="0"/>
              <a:t>- Low: &lt;= 100</a:t>
            </a:r>
          </a:p>
          <a:p>
            <a:pPr lvl="0"/>
            <a:r>
              <a:rPr lang="en-US" dirty="0"/>
              <a:t>Imagens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movidas</a:t>
            </a:r>
            <a:r>
              <a:rPr lang="en-US" dirty="0"/>
              <a:t> para pastas </a:t>
            </a:r>
            <a:r>
              <a:rPr lang="en-US" dirty="0" err="1"/>
              <a:t>específicas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categoria</a:t>
            </a:r>
            <a:r>
              <a:rPr lang="en-US" dirty="0"/>
              <a:t>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4002" y="1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620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697" y="348866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Próximos Passos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BE74F0-6FF2-BAE2-C196-2972F8BD51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9457889"/>
              </p:ext>
            </p:extLst>
          </p:nvPr>
        </p:nvGraphicFramePr>
        <p:xfrm>
          <a:off x="2007043" y="2112580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11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2632" y="0"/>
            <a:ext cx="2436019" cy="3400426"/>
          </a:xfrm>
          <a:prstGeom prst="flowChartDocument">
            <a:avLst/>
          </a:prstGeom>
          <a:solidFill>
            <a:srgbClr val="3C3F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>
                <a:solidFill>
                  <a:srgbClr val="FFFFFF"/>
                </a:solidFill>
              </a:rPr>
              <a:t>Estrutura do Projeto</a:t>
            </a:r>
          </a:p>
        </p:txBody>
      </p:sp>
      <p:pic>
        <p:nvPicPr>
          <p:cNvPr id="6" name="Imagem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D536FC23-C067-776B-5262-868CA2099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182" y="293749"/>
            <a:ext cx="2715004" cy="60587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6C481-1AED-B36B-FFE6-63C9EE69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Definir qual caminho seguir: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117CB7-7B89-91FA-6047-2E269CBE1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Maiores Poluidores do Mundo: Quais Países Lideram as Emissões de Carbono?</a:t>
            </a:r>
          </a:p>
          <a:p>
            <a:r>
              <a:rPr lang="pt-BR" dirty="0"/>
              <a:t>Crescimento Econômico vs. Sustentabilidade: A Relação Entre PIB e Emissões de CO₂</a:t>
            </a:r>
          </a:p>
          <a:p>
            <a:r>
              <a:rPr lang="pt-BR" dirty="0"/>
              <a:t>Como o Uso de Combustíveis Fósseis Afeta as Emissões de CO₂?</a:t>
            </a:r>
          </a:p>
        </p:txBody>
      </p:sp>
    </p:spTree>
    <p:extLst>
      <p:ext uri="{BB962C8B-B14F-4D97-AF65-F5344CB8AC3E}">
        <p14:creationId xmlns:p14="http://schemas.microsoft.com/office/powerpoint/2010/main" val="2491980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53BC7-66C0-93D1-5D7C-CF93F002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C438D-3213-0DD2-C826-6AAD7D3E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Definir qual caminho seguir: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65637F-F31E-C605-F762-BA30B6AF0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Gráfico de total de per capita e outro de total por quilotons – OK</a:t>
            </a:r>
            <a:br>
              <a:rPr lang="pt-BR" dirty="0"/>
            </a:br>
            <a:endParaRPr lang="pt-BR" dirty="0"/>
          </a:p>
          <a:p>
            <a:r>
              <a:rPr lang="pt-BR" dirty="0"/>
              <a:t>Organizar por ano e nome - OK</a:t>
            </a:r>
            <a:br>
              <a:rPr lang="pt-BR" dirty="0"/>
            </a:br>
            <a:endParaRPr lang="pt-BR" dirty="0"/>
          </a:p>
          <a:p>
            <a:r>
              <a:rPr lang="pt-BR" dirty="0"/>
              <a:t>Isso não é visão computacional, é analise de dados. -OK</a:t>
            </a:r>
            <a:br>
              <a:rPr lang="pt-BR" dirty="0"/>
            </a:br>
            <a:endParaRPr lang="pt-BR" dirty="0"/>
          </a:p>
          <a:p>
            <a:r>
              <a:rPr lang="pt-BR" dirty="0"/>
              <a:t>Organizar lado a lado os mais poluidores os maiores, menores e média – testar se deu certo</a:t>
            </a:r>
            <a:br>
              <a:rPr lang="pt-BR" dirty="0"/>
            </a:br>
            <a:endParaRPr lang="pt-BR" dirty="0"/>
          </a:p>
          <a:p>
            <a:r>
              <a:rPr lang="pt-BR" dirty="0"/>
              <a:t>Comparar a média dos mais poluidores -</a:t>
            </a:r>
          </a:p>
          <a:p>
            <a:r>
              <a:rPr lang="pt-BR" dirty="0"/>
              <a:t>Comparar média dos poluidores médios e menores poluidores.</a:t>
            </a:r>
          </a:p>
        </p:txBody>
      </p:sp>
    </p:spTree>
    <p:extLst>
      <p:ext uri="{BB962C8B-B14F-4D97-AF65-F5344CB8AC3E}">
        <p14:creationId xmlns:p14="http://schemas.microsoft.com/office/powerpoint/2010/main" val="2494257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2133</TotalTime>
  <Words>887</Words>
  <Application>Microsoft Office PowerPoint</Application>
  <PresentationFormat>Widescreen</PresentationFormat>
  <Paragraphs>148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Projeto de Análise de dados utilizando PYTHON</vt:lpstr>
      <vt:lpstr>Objetivo</vt:lpstr>
      <vt:lpstr>Etapas do Projeto</vt:lpstr>
      <vt:lpstr>Estrutura do Projeto (Status Atual)</vt:lpstr>
      <vt:lpstr>Estrutura do Projeto (Status Atual)</vt:lpstr>
      <vt:lpstr>Estrutura do Projeto (Status Atual)</vt:lpstr>
      <vt:lpstr>Estrutura do Projeto (Status Atual)</vt:lpstr>
      <vt:lpstr>Geração de Gráficos</vt:lpstr>
      <vt:lpstr>Geração de Gráficos</vt:lpstr>
      <vt:lpstr>Classificação das Imagens</vt:lpstr>
      <vt:lpstr>Próximos Passos</vt:lpstr>
      <vt:lpstr>Estrutura do Projeto</vt:lpstr>
      <vt:lpstr>Definir qual caminho seguir:</vt:lpstr>
      <vt:lpstr>Definir qual caminho seguir: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Elaine Oliveira de Carvalho</dc:creator>
  <cp:keywords/>
  <dc:description>generated using python-pptx</dc:description>
  <cp:lastModifiedBy>Elaine Oliveira de Carvalho</cp:lastModifiedBy>
  <cp:revision>2</cp:revision>
  <dcterms:created xsi:type="dcterms:W3CDTF">2013-01-27T09:14:16Z</dcterms:created>
  <dcterms:modified xsi:type="dcterms:W3CDTF">2026-01-06T21:34:28Z</dcterms:modified>
  <cp:category/>
</cp:coreProperties>
</file>